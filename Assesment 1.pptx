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9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radum Gupta" initials="PG" lastIdx="1" clrIdx="0">
    <p:extLst>
      <p:ext uri="{19B8F6BF-5375-455C-9EA6-DF929625EA0E}">
        <p15:presenceInfo xmlns:p15="http://schemas.microsoft.com/office/powerpoint/2012/main" userId="8f7d132e2c6e547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dum Gupta" userId="8f7d132e2c6e5478" providerId="LiveId" clId="{4E709043-DFC2-4C4E-BB28-C8137D6BEFB4}"/>
    <pc:docChg chg="undo custSel addSld delSld modSld">
      <pc:chgData name="Pradum Gupta" userId="8f7d132e2c6e5478" providerId="LiveId" clId="{4E709043-DFC2-4C4E-BB28-C8137D6BEFB4}" dt="2026-09-16T08:21:46.204" v="4202" actId="1076"/>
      <pc:docMkLst>
        <pc:docMk/>
      </pc:docMkLst>
      <pc:sldChg chg="modSp del mod">
        <pc:chgData name="Pradum Gupta" userId="8f7d132e2c6e5478" providerId="LiveId" clId="{4E709043-DFC2-4C4E-BB28-C8137D6BEFB4}" dt="2026-09-15T17:30:02.724" v="155" actId="47"/>
        <pc:sldMkLst>
          <pc:docMk/>
          <pc:sldMk cId="0" sldId="256"/>
        </pc:sldMkLst>
        <pc:spChg chg="mod">
          <ac:chgData name="Pradum Gupta" userId="8f7d132e2c6e5478" providerId="LiveId" clId="{4E709043-DFC2-4C4E-BB28-C8137D6BEFB4}" dt="2026-09-15T17:15:48.235" v="0" actId="207"/>
          <ac:spMkLst>
            <pc:docMk/>
            <pc:sldMk cId="0" sldId="256"/>
            <ac:spMk id="36" creationId="{00000000-0000-0000-0000-000000000000}"/>
          </ac:spMkLst>
        </pc:spChg>
      </pc:sldChg>
      <pc:sldChg chg="addSp delSp modSp mod">
        <pc:chgData name="Pradum Gupta" userId="8f7d132e2c6e5478" providerId="LiveId" clId="{4E709043-DFC2-4C4E-BB28-C8137D6BEFB4}" dt="2026-09-16T08:01:29.067" v="3945" actId="20577"/>
        <pc:sldMkLst>
          <pc:docMk/>
          <pc:sldMk cId="0" sldId="257"/>
        </pc:sldMkLst>
        <pc:spChg chg="mod">
          <ac:chgData name="Pradum Gupta" userId="8f7d132e2c6e5478" providerId="LiveId" clId="{4E709043-DFC2-4C4E-BB28-C8137D6BEFB4}" dt="2026-09-15T17:16:37.301" v="5" actId="27636"/>
          <ac:spMkLst>
            <pc:docMk/>
            <pc:sldMk cId="0" sldId="257"/>
            <ac:spMk id="2" creationId="{00000000-0000-0000-0000-000000000000}"/>
          </ac:spMkLst>
        </pc:spChg>
        <pc:spChg chg="del">
          <ac:chgData name="Pradum Gupta" userId="8f7d132e2c6e5478" providerId="LiveId" clId="{4E709043-DFC2-4C4E-BB28-C8137D6BEFB4}" dt="2026-09-15T17:32:16.700" v="208" actId="478"/>
          <ac:spMkLst>
            <pc:docMk/>
            <pc:sldMk cId="0" sldId="257"/>
            <ac:spMk id="3" creationId="{00000000-0000-0000-0000-000000000000}"/>
          </ac:spMkLst>
        </pc:spChg>
        <pc:spChg chg="add mod">
          <ac:chgData name="Pradum Gupta" userId="8f7d132e2c6e5478" providerId="LiveId" clId="{4E709043-DFC2-4C4E-BB28-C8137D6BEFB4}" dt="2026-09-16T07:57:13.489" v="3551" actId="1076"/>
          <ac:spMkLst>
            <pc:docMk/>
            <pc:sldMk cId="0" sldId="257"/>
            <ac:spMk id="3" creationId="{2C241A65-6D61-F0E3-0613-9856E21A4ABC}"/>
          </ac:spMkLst>
        </pc:spChg>
        <pc:spChg chg="mod">
          <ac:chgData name="Pradum Gupta" userId="8f7d132e2c6e5478" providerId="LiveId" clId="{4E709043-DFC2-4C4E-BB28-C8137D6BEFB4}" dt="2026-09-15T17:16:37.303" v="7" actId="27636"/>
          <ac:spMkLst>
            <pc:docMk/>
            <pc:sldMk cId="0" sldId="257"/>
            <ac:spMk id="4" creationId="{00000000-0000-0000-0000-000000000000}"/>
          </ac:spMkLst>
        </pc:spChg>
        <pc:spChg chg="add mod">
          <ac:chgData name="Pradum Gupta" userId="8f7d132e2c6e5478" providerId="LiveId" clId="{4E709043-DFC2-4C4E-BB28-C8137D6BEFB4}" dt="2026-09-16T07:57:13.489" v="3551" actId="1076"/>
          <ac:spMkLst>
            <pc:docMk/>
            <pc:sldMk cId="0" sldId="257"/>
            <ac:spMk id="4" creationId="{C697B579-75A7-11BA-F858-0E85CFD2BAA3}"/>
          </ac:spMkLst>
        </pc:spChg>
        <pc:spChg chg="add mod">
          <ac:chgData name="Pradum Gupta" userId="8f7d132e2c6e5478" providerId="LiveId" clId="{4E709043-DFC2-4C4E-BB28-C8137D6BEFB4}" dt="2026-09-16T08:00:26.480" v="3896" actId="20577"/>
          <ac:spMkLst>
            <pc:docMk/>
            <pc:sldMk cId="0" sldId="257"/>
            <ac:spMk id="5" creationId="{322052E1-54F3-1B04-F175-418845189362}"/>
          </ac:spMkLst>
        </pc:spChg>
        <pc:spChg chg="del">
          <ac:chgData name="Pradum Gupta" userId="8f7d132e2c6e5478" providerId="LiveId" clId="{4E709043-DFC2-4C4E-BB28-C8137D6BEFB4}" dt="2026-09-15T17:32:19.874" v="209" actId="478"/>
          <ac:spMkLst>
            <pc:docMk/>
            <pc:sldMk cId="0" sldId="257"/>
            <ac:spMk id="6" creationId="{00000000-0000-0000-0000-000000000000}"/>
          </ac:spMkLst>
        </pc:spChg>
        <pc:spChg chg="add mod">
          <ac:chgData name="Pradum Gupta" userId="8f7d132e2c6e5478" providerId="LiveId" clId="{4E709043-DFC2-4C4E-BB28-C8137D6BEFB4}" dt="2026-09-16T07:57:28.323" v="3616" actId="1037"/>
          <ac:spMkLst>
            <pc:docMk/>
            <pc:sldMk cId="0" sldId="257"/>
            <ac:spMk id="6" creationId="{4B8D554D-0C05-65E0-1FE8-B98DFD230F90}"/>
          </ac:spMkLst>
        </pc:spChg>
        <pc:spChg chg="add mod">
          <ac:chgData name="Pradum Gupta" userId="8f7d132e2c6e5478" providerId="LiveId" clId="{4E709043-DFC2-4C4E-BB28-C8137D6BEFB4}" dt="2026-09-16T07:58:10.014" v="3671" actId="20577"/>
          <ac:spMkLst>
            <pc:docMk/>
            <pc:sldMk cId="0" sldId="257"/>
            <ac:spMk id="7" creationId="{39C67130-7479-5876-6627-EE062544ABA5}"/>
          </ac:spMkLst>
        </pc:spChg>
        <pc:spChg chg="mod">
          <ac:chgData name="Pradum Gupta" userId="8f7d132e2c6e5478" providerId="LiveId" clId="{4E709043-DFC2-4C4E-BB28-C8137D6BEFB4}" dt="2026-09-15T17:16:37.234" v="2" actId="207"/>
          <ac:spMkLst>
            <pc:docMk/>
            <pc:sldMk cId="0" sldId="257"/>
            <ac:spMk id="8" creationId="{00000000-0000-0000-0000-000000000000}"/>
          </ac:spMkLst>
        </pc:spChg>
        <pc:spChg chg="add">
          <ac:chgData name="Pradum Gupta" userId="8f7d132e2c6e5478" providerId="LiveId" clId="{4E709043-DFC2-4C4E-BB28-C8137D6BEFB4}" dt="2026-09-16T07:58:41.903" v="3672"/>
          <ac:spMkLst>
            <pc:docMk/>
            <pc:sldMk cId="0" sldId="257"/>
            <ac:spMk id="8" creationId="{DC3F8C25-EE00-DFF0-0EAE-D431FCD193CF}"/>
          </ac:spMkLst>
        </pc:spChg>
        <pc:spChg chg="add">
          <ac:chgData name="Pradum Gupta" userId="8f7d132e2c6e5478" providerId="LiveId" clId="{4E709043-DFC2-4C4E-BB28-C8137D6BEFB4}" dt="2026-09-16T07:58:48.836" v="3673"/>
          <ac:spMkLst>
            <pc:docMk/>
            <pc:sldMk cId="0" sldId="257"/>
            <ac:spMk id="9" creationId="{9361EEA4-0662-8E6A-029D-FFDD5F7DDEB4}"/>
          </ac:spMkLst>
        </pc:spChg>
        <pc:spChg chg="del mod">
          <ac:chgData name="Pradum Gupta" userId="8f7d132e2c6e5478" providerId="LiveId" clId="{4E709043-DFC2-4C4E-BB28-C8137D6BEFB4}" dt="2026-09-15T17:32:19.874" v="209" actId="478"/>
          <ac:spMkLst>
            <pc:docMk/>
            <pc:sldMk cId="0" sldId="257"/>
            <ac:spMk id="12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16:37.234" v="2" actId="207"/>
          <ac:spMkLst>
            <pc:docMk/>
            <pc:sldMk cId="0" sldId="257"/>
            <ac:spMk id="14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17:02.178" v="12" actId="207"/>
          <ac:spMkLst>
            <pc:docMk/>
            <pc:sldMk cId="0" sldId="257"/>
            <ac:spMk id="17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16:37.234" v="2" actId="207"/>
          <ac:spMkLst>
            <pc:docMk/>
            <pc:sldMk cId="0" sldId="257"/>
            <ac:spMk id="20" creationId="{00000000-0000-0000-0000-000000000000}"/>
          </ac:spMkLst>
        </pc:spChg>
        <pc:spChg chg="del">
          <ac:chgData name="Pradum Gupta" userId="8f7d132e2c6e5478" providerId="LiveId" clId="{4E709043-DFC2-4C4E-BB28-C8137D6BEFB4}" dt="2026-09-15T17:32:19.874" v="209" actId="478"/>
          <ac:spMkLst>
            <pc:docMk/>
            <pc:sldMk cId="0" sldId="257"/>
            <ac:spMk id="21" creationId="{00000000-0000-0000-0000-000000000000}"/>
          </ac:spMkLst>
        </pc:spChg>
        <pc:spChg chg="del">
          <ac:chgData name="Pradum Gupta" userId="8f7d132e2c6e5478" providerId="LiveId" clId="{4E709043-DFC2-4C4E-BB28-C8137D6BEFB4}" dt="2026-09-15T17:32:19.874" v="209" actId="478"/>
          <ac:spMkLst>
            <pc:docMk/>
            <pc:sldMk cId="0" sldId="257"/>
            <ac:spMk id="27" creationId="{00000000-0000-0000-0000-000000000000}"/>
          </ac:spMkLst>
        </pc:spChg>
        <pc:spChg chg="del">
          <ac:chgData name="Pradum Gupta" userId="8f7d132e2c6e5478" providerId="LiveId" clId="{4E709043-DFC2-4C4E-BB28-C8137D6BEFB4}" dt="2026-09-15T17:32:19.874" v="209" actId="478"/>
          <ac:spMkLst>
            <pc:docMk/>
            <pc:sldMk cId="0" sldId="257"/>
            <ac:spMk id="29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5T17:32:19.874" v="209" actId="478"/>
          <ac:spMkLst>
            <pc:docMk/>
            <pc:sldMk cId="0" sldId="257"/>
            <ac:spMk id="30" creationId="{00000000-0000-0000-0000-000000000000}"/>
          </ac:spMkLst>
        </pc:spChg>
        <pc:spChg chg="del">
          <ac:chgData name="Pradum Gupta" userId="8f7d132e2c6e5478" providerId="LiveId" clId="{4E709043-DFC2-4C4E-BB28-C8137D6BEFB4}" dt="2026-09-15T17:32:19.874" v="209" actId="478"/>
          <ac:spMkLst>
            <pc:docMk/>
            <pc:sldMk cId="0" sldId="257"/>
            <ac:spMk id="31" creationId="{00000000-0000-0000-0000-000000000000}"/>
          </ac:spMkLst>
        </pc:spChg>
        <pc:spChg chg="del">
          <ac:chgData name="Pradum Gupta" userId="8f7d132e2c6e5478" providerId="LiveId" clId="{4E709043-DFC2-4C4E-BB28-C8137D6BEFB4}" dt="2026-09-15T17:32:19.874" v="209" actId="478"/>
          <ac:spMkLst>
            <pc:docMk/>
            <pc:sldMk cId="0" sldId="257"/>
            <ac:spMk id="32" creationId="{00000000-0000-0000-0000-000000000000}"/>
          </ac:spMkLst>
        </pc:spChg>
        <pc:spChg chg="del">
          <ac:chgData name="Pradum Gupta" userId="8f7d132e2c6e5478" providerId="LiveId" clId="{4E709043-DFC2-4C4E-BB28-C8137D6BEFB4}" dt="2026-09-15T17:32:19.874" v="209" actId="478"/>
          <ac:spMkLst>
            <pc:docMk/>
            <pc:sldMk cId="0" sldId="257"/>
            <ac:spMk id="34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5T17:32:19.874" v="209" actId="478"/>
          <ac:spMkLst>
            <pc:docMk/>
            <pc:sldMk cId="0" sldId="257"/>
            <ac:spMk id="41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16:37.291" v="3" actId="27636"/>
          <ac:spMkLst>
            <pc:docMk/>
            <pc:sldMk cId="0" sldId="257"/>
            <ac:spMk id="42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16:37.305" v="8" actId="27636"/>
          <ac:spMkLst>
            <pc:docMk/>
            <pc:sldMk cId="0" sldId="257"/>
            <ac:spMk id="43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5T17:38:50.688" v="334" actId="478"/>
          <ac:spMkLst>
            <pc:docMk/>
            <pc:sldMk cId="0" sldId="257"/>
            <ac:spMk id="44" creationId="{00000000-0000-0000-0000-000000000000}"/>
          </ac:spMkLst>
        </pc:spChg>
        <pc:spChg chg="add del mod">
          <ac:chgData name="Pradum Gupta" userId="8f7d132e2c6e5478" providerId="LiveId" clId="{4E709043-DFC2-4C4E-BB28-C8137D6BEFB4}" dt="2026-09-16T07:57:48.951" v="3633" actId="1036"/>
          <ac:spMkLst>
            <pc:docMk/>
            <pc:sldMk cId="0" sldId="257"/>
            <ac:spMk id="45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5T17:44:13.222" v="536" actId="478"/>
          <ac:spMkLst>
            <pc:docMk/>
            <pc:sldMk cId="0" sldId="257"/>
            <ac:spMk id="46" creationId="{00000000-0000-0000-0000-000000000000}"/>
          </ac:spMkLst>
        </pc:spChg>
        <pc:spChg chg="mod">
          <ac:chgData name="Pradum Gupta" userId="8f7d132e2c6e5478" providerId="LiveId" clId="{4E709043-DFC2-4C4E-BB28-C8137D6BEFB4}" dt="2026-09-16T07:57:48.951" v="3633" actId="1036"/>
          <ac:spMkLst>
            <pc:docMk/>
            <pc:sldMk cId="0" sldId="257"/>
            <ac:spMk id="47" creationId="{00000000-0000-0000-0000-000000000000}"/>
          </ac:spMkLst>
        </pc:spChg>
        <pc:spChg chg="mod">
          <ac:chgData name="Pradum Gupta" userId="8f7d132e2c6e5478" providerId="LiveId" clId="{4E709043-DFC2-4C4E-BB28-C8137D6BEFB4}" dt="2026-09-16T07:57:48.951" v="3633" actId="1036"/>
          <ac:spMkLst>
            <pc:docMk/>
            <pc:sldMk cId="0" sldId="257"/>
            <ac:spMk id="48" creationId="{00000000-0000-0000-0000-000000000000}"/>
          </ac:spMkLst>
        </pc:spChg>
        <pc:spChg chg="mod">
          <ac:chgData name="Pradum Gupta" userId="8f7d132e2c6e5478" providerId="LiveId" clId="{4E709043-DFC2-4C4E-BB28-C8137D6BEFB4}" dt="2026-09-16T08:01:29.067" v="3945" actId="20577"/>
          <ac:spMkLst>
            <pc:docMk/>
            <pc:sldMk cId="0" sldId="257"/>
            <ac:spMk id="49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6T07:56:45.582" v="3494" actId="478"/>
          <ac:spMkLst>
            <pc:docMk/>
            <pc:sldMk cId="0" sldId="257"/>
            <ac:spMk id="50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6T07:56:45.582" v="3494" actId="478"/>
          <ac:spMkLst>
            <pc:docMk/>
            <pc:sldMk cId="0" sldId="257"/>
            <ac:spMk id="51" creationId="{00000000-0000-0000-0000-000000000000}"/>
          </ac:spMkLst>
        </pc:spChg>
        <pc:spChg chg="add mod">
          <ac:chgData name="Pradum Gupta" userId="8f7d132e2c6e5478" providerId="LiveId" clId="{4E709043-DFC2-4C4E-BB28-C8137D6BEFB4}" dt="2026-09-16T07:57:55.607" v="3647" actId="1035"/>
          <ac:spMkLst>
            <pc:docMk/>
            <pc:sldMk cId="0" sldId="257"/>
            <ac:spMk id="53" creationId="{C6E89B02-7E88-F863-932D-A68F99340664}"/>
          </ac:spMkLst>
        </pc:spChg>
        <pc:spChg chg="add mod">
          <ac:chgData name="Pradum Gupta" userId="8f7d132e2c6e5478" providerId="LiveId" clId="{4E709043-DFC2-4C4E-BB28-C8137D6BEFB4}" dt="2026-09-16T07:57:48.951" v="3633" actId="1036"/>
          <ac:spMkLst>
            <pc:docMk/>
            <pc:sldMk cId="0" sldId="257"/>
            <ac:spMk id="54" creationId="{73CE2FD2-31BF-7489-3F44-DE7CD5F9562F}"/>
          </ac:spMkLst>
        </pc:spChg>
        <pc:picChg chg="add mod">
          <ac:chgData name="Pradum Gupta" userId="8f7d132e2c6e5478" providerId="LiveId" clId="{4E709043-DFC2-4C4E-BB28-C8137D6BEFB4}" dt="2026-09-16T07:57:16.358" v="3553" actId="1076"/>
          <ac:picMkLst>
            <pc:docMk/>
            <pc:sldMk cId="0" sldId="257"/>
            <ac:picMk id="1026" creationId="{F4D83AA3-12BB-50BF-A2B0-76B2B23C6985}"/>
          </ac:picMkLst>
        </pc:picChg>
      </pc:sldChg>
      <pc:sldChg chg="addSp delSp modSp mod">
        <pc:chgData name="Pradum Gupta" userId="8f7d132e2c6e5478" providerId="LiveId" clId="{4E709043-DFC2-4C4E-BB28-C8137D6BEFB4}" dt="2026-09-16T08:02:53.888" v="3950" actId="122"/>
        <pc:sldMkLst>
          <pc:docMk/>
          <pc:sldMk cId="0" sldId="258"/>
        </pc:sldMkLst>
        <pc:spChg chg="mod">
          <ac:chgData name="Pradum Gupta" userId="8f7d132e2c6e5478" providerId="LiveId" clId="{4E709043-DFC2-4C4E-BB28-C8137D6BEFB4}" dt="2026-09-15T17:17:22.989" v="18" actId="27636"/>
          <ac:spMkLst>
            <pc:docMk/>
            <pc:sldMk cId="0" sldId="258"/>
            <ac:spMk id="2" creationId="{00000000-0000-0000-0000-000000000000}"/>
          </ac:spMkLst>
        </pc:spChg>
        <pc:spChg chg="mod">
          <ac:chgData name="Pradum Gupta" userId="8f7d132e2c6e5478" providerId="LiveId" clId="{4E709043-DFC2-4C4E-BB28-C8137D6BEFB4}" dt="2026-09-16T03:40:33.652" v="2047" actId="208"/>
          <ac:spMkLst>
            <pc:docMk/>
            <pc:sldMk cId="0" sldId="258"/>
            <ac:spMk id="4" creationId="{00000000-0000-0000-0000-000000000000}"/>
          </ac:spMkLst>
        </pc:spChg>
        <pc:spChg chg="mod">
          <ac:chgData name="Pradum Gupta" userId="8f7d132e2c6e5478" providerId="LiveId" clId="{4E709043-DFC2-4C4E-BB28-C8137D6BEFB4}" dt="2026-09-16T08:02:33.417" v="3946" actId="403"/>
          <ac:spMkLst>
            <pc:docMk/>
            <pc:sldMk cId="0" sldId="258"/>
            <ac:spMk id="5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51:56.346" v="815" actId="208"/>
          <ac:spMkLst>
            <pc:docMk/>
            <pc:sldMk cId="0" sldId="258"/>
            <ac:spMk id="6" creationId="{00000000-0000-0000-0000-000000000000}"/>
          </ac:spMkLst>
        </pc:spChg>
        <pc:spChg chg="mod">
          <ac:chgData name="Pradum Gupta" userId="8f7d132e2c6e5478" providerId="LiveId" clId="{4E709043-DFC2-4C4E-BB28-C8137D6BEFB4}" dt="2026-09-16T03:41:43.914" v="2055" actId="403"/>
          <ac:spMkLst>
            <pc:docMk/>
            <pc:sldMk cId="0" sldId="258"/>
            <ac:spMk id="7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51:53.946" v="814" actId="208"/>
          <ac:spMkLst>
            <pc:docMk/>
            <pc:sldMk cId="0" sldId="258"/>
            <ac:spMk id="8" creationId="{00000000-0000-0000-0000-000000000000}"/>
          </ac:spMkLst>
        </pc:spChg>
        <pc:spChg chg="mod">
          <ac:chgData name="Pradum Gupta" userId="8f7d132e2c6e5478" providerId="LiveId" clId="{4E709043-DFC2-4C4E-BB28-C8137D6BEFB4}" dt="2026-09-16T03:41:57.273" v="2057" actId="403"/>
          <ac:spMkLst>
            <pc:docMk/>
            <pc:sldMk cId="0" sldId="258"/>
            <ac:spMk id="9" creationId="{00000000-0000-0000-0000-000000000000}"/>
          </ac:spMkLst>
        </pc:spChg>
        <pc:spChg chg="mod">
          <ac:chgData name="Pradum Gupta" userId="8f7d132e2c6e5478" providerId="LiveId" clId="{4E709043-DFC2-4C4E-BB28-C8137D6BEFB4}" dt="2026-09-16T03:41:51.732" v="2056" actId="2711"/>
          <ac:spMkLst>
            <pc:docMk/>
            <pc:sldMk cId="0" sldId="258"/>
            <ac:spMk id="10" creationId="{00000000-0000-0000-0000-000000000000}"/>
          </ac:spMkLst>
        </pc:spChg>
        <pc:spChg chg="mod">
          <ac:chgData name="Pradum Gupta" userId="8f7d132e2c6e5478" providerId="LiveId" clId="{4E709043-DFC2-4C4E-BB28-C8137D6BEFB4}" dt="2026-09-16T04:25:36.644" v="2738" actId="20577"/>
          <ac:spMkLst>
            <pc:docMk/>
            <pc:sldMk cId="0" sldId="258"/>
            <ac:spMk id="11" creationId="{00000000-0000-0000-0000-000000000000}"/>
          </ac:spMkLst>
        </pc:spChg>
        <pc:spChg chg="mod">
          <ac:chgData name="Pradum Gupta" userId="8f7d132e2c6e5478" providerId="LiveId" clId="{4E709043-DFC2-4C4E-BB28-C8137D6BEFB4}" dt="2026-09-16T03:41:51.732" v="2056" actId="2711"/>
          <ac:spMkLst>
            <pc:docMk/>
            <pc:sldMk cId="0" sldId="258"/>
            <ac:spMk id="12" creationId="{00000000-0000-0000-0000-000000000000}"/>
          </ac:spMkLst>
        </pc:spChg>
        <pc:spChg chg="mod">
          <ac:chgData name="Pradum Gupta" userId="8f7d132e2c6e5478" providerId="LiveId" clId="{4E709043-DFC2-4C4E-BB28-C8137D6BEFB4}" dt="2026-09-16T08:02:47.322" v="3947" actId="122"/>
          <ac:spMkLst>
            <pc:docMk/>
            <pc:sldMk cId="0" sldId="258"/>
            <ac:spMk id="13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51:45.455" v="812" actId="208"/>
          <ac:spMkLst>
            <pc:docMk/>
            <pc:sldMk cId="0" sldId="258"/>
            <ac:spMk id="14" creationId="{00000000-0000-0000-0000-000000000000}"/>
          </ac:spMkLst>
        </pc:spChg>
        <pc:spChg chg="mod">
          <ac:chgData name="Pradum Gupta" userId="8f7d132e2c6e5478" providerId="LiveId" clId="{4E709043-DFC2-4C4E-BB28-C8137D6BEFB4}" dt="2026-09-16T04:20:56.065" v="2690" actId="403"/>
          <ac:spMkLst>
            <pc:docMk/>
            <pc:sldMk cId="0" sldId="258"/>
            <ac:spMk id="15" creationId="{00000000-0000-0000-0000-000000000000}"/>
          </ac:spMkLst>
        </pc:spChg>
        <pc:spChg chg="mod">
          <ac:chgData name="Pradum Gupta" userId="8f7d132e2c6e5478" providerId="LiveId" clId="{4E709043-DFC2-4C4E-BB28-C8137D6BEFB4}" dt="2026-09-16T03:41:51.732" v="2056" actId="2711"/>
          <ac:spMkLst>
            <pc:docMk/>
            <pc:sldMk cId="0" sldId="258"/>
            <ac:spMk id="16" creationId="{00000000-0000-0000-0000-000000000000}"/>
          </ac:spMkLst>
        </pc:spChg>
        <pc:spChg chg="mod">
          <ac:chgData name="Pradum Gupta" userId="8f7d132e2c6e5478" providerId="LiveId" clId="{4E709043-DFC2-4C4E-BB28-C8137D6BEFB4}" dt="2026-09-16T04:20:24.711" v="2684" actId="20577"/>
          <ac:spMkLst>
            <pc:docMk/>
            <pc:sldMk cId="0" sldId="258"/>
            <ac:spMk id="17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51:36.778" v="810" actId="208"/>
          <ac:spMkLst>
            <pc:docMk/>
            <pc:sldMk cId="0" sldId="258"/>
            <ac:spMk id="18" creationId="{00000000-0000-0000-0000-000000000000}"/>
          </ac:spMkLst>
        </pc:spChg>
        <pc:spChg chg="mod">
          <ac:chgData name="Pradum Gupta" userId="8f7d132e2c6e5478" providerId="LiveId" clId="{4E709043-DFC2-4C4E-BB28-C8137D6BEFB4}" dt="2026-09-16T03:37:54.835" v="2020" actId="2711"/>
          <ac:spMkLst>
            <pc:docMk/>
            <pc:sldMk cId="0" sldId="258"/>
            <ac:spMk id="19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52:06.932" v="818" actId="208"/>
          <ac:spMkLst>
            <pc:docMk/>
            <pc:sldMk cId="0" sldId="258"/>
            <ac:spMk id="20" creationId="{00000000-0000-0000-0000-000000000000}"/>
          </ac:spMkLst>
        </pc:spChg>
        <pc:spChg chg="mod">
          <ac:chgData name="Pradum Gupta" userId="8f7d132e2c6e5478" providerId="LiveId" clId="{4E709043-DFC2-4C4E-BB28-C8137D6BEFB4}" dt="2026-09-16T08:02:49.947" v="3948" actId="122"/>
          <ac:spMkLst>
            <pc:docMk/>
            <pc:sldMk cId="0" sldId="258"/>
            <ac:spMk id="21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52:09.514" v="819" actId="208"/>
          <ac:spMkLst>
            <pc:docMk/>
            <pc:sldMk cId="0" sldId="258"/>
            <ac:spMk id="22" creationId="{00000000-0000-0000-0000-000000000000}"/>
          </ac:spMkLst>
        </pc:spChg>
        <pc:spChg chg="mod">
          <ac:chgData name="Pradum Gupta" userId="8f7d132e2c6e5478" providerId="LiveId" clId="{4E709043-DFC2-4C4E-BB28-C8137D6BEFB4}" dt="2026-09-16T04:20:47.358" v="2689" actId="403"/>
          <ac:spMkLst>
            <pc:docMk/>
            <pc:sldMk cId="0" sldId="258"/>
            <ac:spMk id="23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52:11.972" v="820" actId="208"/>
          <ac:spMkLst>
            <pc:docMk/>
            <pc:sldMk cId="0" sldId="258"/>
            <ac:spMk id="24" creationId="{00000000-0000-0000-0000-000000000000}"/>
          </ac:spMkLst>
        </pc:spChg>
        <pc:spChg chg="mod">
          <ac:chgData name="Pradum Gupta" userId="8f7d132e2c6e5478" providerId="LiveId" clId="{4E709043-DFC2-4C4E-BB28-C8137D6BEFB4}" dt="2026-09-16T03:32:25.199" v="1776" actId="403"/>
          <ac:spMkLst>
            <pc:docMk/>
            <pc:sldMk cId="0" sldId="258"/>
            <ac:spMk id="25" creationId="{00000000-0000-0000-0000-000000000000}"/>
          </ac:spMkLst>
        </pc:spChg>
        <pc:spChg chg="mod">
          <ac:chgData name="Pradum Gupta" userId="8f7d132e2c6e5478" providerId="LiveId" clId="{4E709043-DFC2-4C4E-BB28-C8137D6BEFB4}" dt="2026-09-16T03:41:51.732" v="2056" actId="2711"/>
          <ac:spMkLst>
            <pc:docMk/>
            <pc:sldMk cId="0" sldId="258"/>
            <ac:spMk id="26" creationId="{00000000-0000-0000-0000-000000000000}"/>
          </ac:spMkLst>
        </pc:spChg>
        <pc:spChg chg="mod">
          <ac:chgData name="Pradum Gupta" userId="8f7d132e2c6e5478" providerId="LiveId" clId="{4E709043-DFC2-4C4E-BB28-C8137D6BEFB4}" dt="2026-09-16T04:24:36.530" v="2717"/>
          <ac:spMkLst>
            <pc:docMk/>
            <pc:sldMk cId="0" sldId="258"/>
            <ac:spMk id="27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52:24.716" v="824" actId="208"/>
          <ac:spMkLst>
            <pc:docMk/>
            <pc:sldMk cId="0" sldId="258"/>
            <ac:spMk id="28" creationId="{00000000-0000-0000-0000-000000000000}"/>
          </ac:spMkLst>
        </pc:spChg>
        <pc:spChg chg="mod">
          <ac:chgData name="Pradum Gupta" userId="8f7d132e2c6e5478" providerId="LiveId" clId="{4E709043-DFC2-4C4E-BB28-C8137D6BEFB4}" dt="2026-09-16T08:02:52.073" v="3949" actId="122"/>
          <ac:spMkLst>
            <pc:docMk/>
            <pc:sldMk cId="0" sldId="258"/>
            <ac:spMk id="29" creationId="{00000000-0000-0000-0000-000000000000}"/>
          </ac:spMkLst>
        </pc:spChg>
        <pc:spChg chg="mod">
          <ac:chgData name="Pradum Gupta" userId="8f7d132e2c6e5478" providerId="LiveId" clId="{4E709043-DFC2-4C4E-BB28-C8137D6BEFB4}" dt="2026-09-16T03:41:51.732" v="2056" actId="2711"/>
          <ac:spMkLst>
            <pc:docMk/>
            <pc:sldMk cId="0" sldId="258"/>
            <ac:spMk id="30" creationId="{00000000-0000-0000-0000-000000000000}"/>
          </ac:spMkLst>
        </pc:spChg>
        <pc:spChg chg="mod">
          <ac:chgData name="Pradum Gupta" userId="8f7d132e2c6e5478" providerId="LiveId" clId="{4E709043-DFC2-4C4E-BB28-C8137D6BEFB4}" dt="2026-09-16T04:20:59.204" v="2691" actId="403"/>
          <ac:spMkLst>
            <pc:docMk/>
            <pc:sldMk cId="0" sldId="258"/>
            <ac:spMk id="31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52:40.084" v="830" actId="208"/>
          <ac:spMkLst>
            <pc:docMk/>
            <pc:sldMk cId="0" sldId="258"/>
            <ac:spMk id="32" creationId="{00000000-0000-0000-0000-000000000000}"/>
          </ac:spMkLst>
        </pc:spChg>
        <pc:spChg chg="mod">
          <ac:chgData name="Pradum Gupta" userId="8f7d132e2c6e5478" providerId="LiveId" clId="{4E709043-DFC2-4C4E-BB28-C8137D6BEFB4}" dt="2026-09-16T03:41:51.732" v="2056" actId="2711"/>
          <ac:spMkLst>
            <pc:docMk/>
            <pc:sldMk cId="0" sldId="258"/>
            <ac:spMk id="33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52:37.431" v="829" actId="208"/>
          <ac:spMkLst>
            <pc:docMk/>
            <pc:sldMk cId="0" sldId="258"/>
            <ac:spMk id="34" creationId="{00000000-0000-0000-0000-000000000000}"/>
          </ac:spMkLst>
        </pc:spChg>
        <pc:spChg chg="mod">
          <ac:chgData name="Pradum Gupta" userId="8f7d132e2c6e5478" providerId="LiveId" clId="{4E709043-DFC2-4C4E-BB28-C8137D6BEFB4}" dt="2026-09-16T04:28:52.207" v="2956" actId="404"/>
          <ac:spMkLst>
            <pc:docMk/>
            <pc:sldMk cId="0" sldId="258"/>
            <ac:spMk id="35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52:29.805" v="826" actId="208"/>
          <ac:spMkLst>
            <pc:docMk/>
            <pc:sldMk cId="0" sldId="258"/>
            <ac:spMk id="36" creationId="{00000000-0000-0000-0000-000000000000}"/>
          </ac:spMkLst>
        </pc:spChg>
        <pc:spChg chg="mod">
          <ac:chgData name="Pradum Gupta" userId="8f7d132e2c6e5478" providerId="LiveId" clId="{4E709043-DFC2-4C4E-BB28-C8137D6BEFB4}" dt="2026-09-16T08:02:53.888" v="3950" actId="122"/>
          <ac:spMkLst>
            <pc:docMk/>
            <pc:sldMk cId="0" sldId="258"/>
            <ac:spMk id="37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52:27.318" v="825" actId="208"/>
          <ac:spMkLst>
            <pc:docMk/>
            <pc:sldMk cId="0" sldId="258"/>
            <ac:spMk id="38" creationId="{00000000-0000-0000-0000-000000000000}"/>
          </ac:spMkLst>
        </pc:spChg>
        <pc:spChg chg="mod">
          <ac:chgData name="Pradum Gupta" userId="8f7d132e2c6e5478" providerId="LiveId" clId="{4E709043-DFC2-4C4E-BB28-C8137D6BEFB4}" dt="2026-09-16T04:26:33.410" v="2788" actId="20577"/>
          <ac:spMkLst>
            <pc:docMk/>
            <pc:sldMk cId="0" sldId="258"/>
            <ac:spMk id="39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52:42.645" v="831" actId="208"/>
          <ac:spMkLst>
            <pc:docMk/>
            <pc:sldMk cId="0" sldId="258"/>
            <ac:spMk id="40" creationId="{00000000-0000-0000-0000-000000000000}"/>
          </ac:spMkLst>
        </pc:spChg>
        <pc:spChg chg="mod">
          <ac:chgData name="Pradum Gupta" userId="8f7d132e2c6e5478" providerId="LiveId" clId="{4E709043-DFC2-4C4E-BB28-C8137D6BEFB4}" dt="2026-09-16T04:26:12.424" v="2739"/>
          <ac:spMkLst>
            <pc:docMk/>
            <pc:sldMk cId="0" sldId="258"/>
            <ac:spMk id="41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52:35.024" v="828" actId="208"/>
          <ac:spMkLst>
            <pc:docMk/>
            <pc:sldMk cId="0" sldId="258"/>
            <ac:spMk id="42" creationId="{00000000-0000-0000-0000-000000000000}"/>
          </ac:spMkLst>
        </pc:spChg>
        <pc:spChg chg="mod">
          <ac:chgData name="Pradum Gupta" userId="8f7d132e2c6e5478" providerId="LiveId" clId="{4E709043-DFC2-4C4E-BB28-C8137D6BEFB4}" dt="2026-09-16T04:28:11.326" v="2951" actId="20577"/>
          <ac:spMkLst>
            <pc:docMk/>
            <pc:sldMk cId="0" sldId="258"/>
            <ac:spMk id="43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5T18:15:49.440" v="1000" actId="478"/>
          <ac:spMkLst>
            <pc:docMk/>
            <pc:sldMk cId="0" sldId="258"/>
            <ac:spMk id="44" creationId="{00000000-0000-0000-0000-000000000000}"/>
          </ac:spMkLst>
        </pc:spChg>
        <pc:spChg chg="add">
          <ac:chgData name="Pradum Gupta" userId="8f7d132e2c6e5478" providerId="LiveId" clId="{4E709043-DFC2-4C4E-BB28-C8137D6BEFB4}" dt="2026-09-16T03:30:10.729" v="1626"/>
          <ac:spMkLst>
            <pc:docMk/>
            <pc:sldMk cId="0" sldId="258"/>
            <ac:spMk id="44" creationId="{6CD181D7-9599-57BD-ADC0-7874B7A9AB4C}"/>
          </ac:spMkLst>
        </pc:spChg>
        <pc:spChg chg="mod">
          <ac:chgData name="Pradum Gupta" userId="8f7d132e2c6e5478" providerId="LiveId" clId="{4E709043-DFC2-4C4E-BB28-C8137D6BEFB4}" dt="2026-09-16T03:41:51.732" v="2056" actId="2711"/>
          <ac:spMkLst>
            <pc:docMk/>
            <pc:sldMk cId="0" sldId="258"/>
            <ac:spMk id="45" creationId="{00000000-0000-0000-0000-000000000000}"/>
          </ac:spMkLst>
        </pc:spChg>
        <pc:spChg chg="add">
          <ac:chgData name="Pradum Gupta" userId="8f7d132e2c6e5478" providerId="LiveId" clId="{4E709043-DFC2-4C4E-BB28-C8137D6BEFB4}" dt="2026-09-16T03:30:20.537" v="1629"/>
          <ac:spMkLst>
            <pc:docMk/>
            <pc:sldMk cId="0" sldId="258"/>
            <ac:spMk id="47" creationId="{8C246154-D835-982A-BB5D-A84E2632C76E}"/>
          </ac:spMkLst>
        </pc:spChg>
        <pc:spChg chg="add">
          <ac:chgData name="Pradum Gupta" userId="8f7d132e2c6e5478" providerId="LiveId" clId="{4E709043-DFC2-4C4E-BB28-C8137D6BEFB4}" dt="2026-09-16T03:33:03.159" v="1779"/>
          <ac:spMkLst>
            <pc:docMk/>
            <pc:sldMk cId="0" sldId="258"/>
            <ac:spMk id="48" creationId="{CB722D6C-5B35-FE49-B7CE-53FBF82EE7C6}"/>
          </ac:spMkLst>
        </pc:spChg>
        <pc:spChg chg="add">
          <ac:chgData name="Pradum Gupta" userId="8f7d132e2c6e5478" providerId="LiveId" clId="{4E709043-DFC2-4C4E-BB28-C8137D6BEFB4}" dt="2026-09-16T04:26:54.928" v="2789"/>
          <ac:spMkLst>
            <pc:docMk/>
            <pc:sldMk cId="0" sldId="258"/>
            <ac:spMk id="49" creationId="{9CAA7C92-E76D-97C9-E133-1525502B879A}"/>
          </ac:spMkLst>
        </pc:spChg>
        <pc:spChg chg="add">
          <ac:chgData name="Pradum Gupta" userId="8f7d132e2c6e5478" providerId="LiveId" clId="{4E709043-DFC2-4C4E-BB28-C8137D6BEFB4}" dt="2026-09-16T04:27:05.727" v="2791"/>
          <ac:spMkLst>
            <pc:docMk/>
            <pc:sldMk cId="0" sldId="258"/>
            <ac:spMk id="50" creationId="{1643E020-07A3-C6A6-B2C5-BC86A3C1AC17}"/>
          </ac:spMkLst>
        </pc:spChg>
      </pc:sldChg>
      <pc:sldChg chg="addSp delSp modSp mod">
        <pc:chgData name="Pradum Gupta" userId="8f7d132e2c6e5478" providerId="LiveId" clId="{4E709043-DFC2-4C4E-BB28-C8137D6BEFB4}" dt="2026-09-16T08:03:52.966" v="3952" actId="207"/>
        <pc:sldMkLst>
          <pc:docMk/>
          <pc:sldMk cId="0" sldId="259"/>
        </pc:sldMkLst>
        <pc:spChg chg="mod">
          <ac:chgData name="Pradum Gupta" userId="8f7d132e2c6e5478" providerId="LiveId" clId="{4E709043-DFC2-4C4E-BB28-C8137D6BEFB4}" dt="2026-09-15T17:18:23.303" v="37" actId="207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6T04:21:25.298" v="2693" actId="478"/>
          <ac:spMkLst>
            <pc:docMk/>
            <pc:sldMk cId="0" sldId="259"/>
            <ac:spMk id="3" creationId="{00000000-0000-0000-0000-000000000000}"/>
          </ac:spMkLst>
        </pc:spChg>
        <pc:spChg chg="mod">
          <ac:chgData name="Pradum Gupta" userId="8f7d132e2c6e5478" providerId="LiveId" clId="{4E709043-DFC2-4C4E-BB28-C8137D6BEFB4}" dt="2026-09-16T04:13:50.202" v="2636" actId="14100"/>
          <ac:spMkLst>
            <pc:docMk/>
            <pc:sldMk cId="0" sldId="259"/>
            <ac:spMk id="4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53:40.563" v="835" actId="208"/>
          <ac:spMkLst>
            <pc:docMk/>
            <pc:sldMk cId="0" sldId="259"/>
            <ac:spMk id="5" creationId="{00000000-0000-0000-0000-000000000000}"/>
          </ac:spMkLst>
        </pc:spChg>
        <pc:spChg chg="mod">
          <ac:chgData name="Pradum Gupta" userId="8f7d132e2c6e5478" providerId="LiveId" clId="{4E709043-DFC2-4C4E-BB28-C8137D6BEFB4}" dt="2026-09-16T04:21:35.406" v="2716" actId="1035"/>
          <ac:spMkLst>
            <pc:docMk/>
            <pc:sldMk cId="0" sldId="259"/>
            <ac:spMk id="6" creationId="{00000000-0000-0000-0000-000000000000}"/>
          </ac:spMkLst>
        </pc:spChg>
        <pc:spChg chg="mod">
          <ac:chgData name="Pradum Gupta" userId="8f7d132e2c6e5478" providerId="LiveId" clId="{4E709043-DFC2-4C4E-BB28-C8137D6BEFB4}" dt="2026-09-16T04:21:35.406" v="2716" actId="1035"/>
          <ac:spMkLst>
            <pc:docMk/>
            <pc:sldMk cId="0" sldId="259"/>
            <ac:spMk id="7" creationId="{00000000-0000-0000-0000-000000000000}"/>
          </ac:spMkLst>
        </pc:spChg>
        <pc:spChg chg="mod">
          <ac:chgData name="Pradum Gupta" userId="8f7d132e2c6e5478" providerId="LiveId" clId="{4E709043-DFC2-4C4E-BB28-C8137D6BEFB4}" dt="2026-09-16T04:15:42.069" v="2657" actId="255"/>
          <ac:spMkLst>
            <pc:docMk/>
            <pc:sldMk cId="0" sldId="259"/>
            <ac:spMk id="8" creationId="{00000000-0000-0000-0000-000000000000}"/>
          </ac:spMkLst>
        </pc:spChg>
        <pc:spChg chg="mod">
          <ac:chgData name="Pradum Gupta" userId="8f7d132e2c6e5478" providerId="LiveId" clId="{4E709043-DFC2-4C4E-BB28-C8137D6BEFB4}" dt="2026-09-16T04:21:35.406" v="2716" actId="1035"/>
          <ac:spMkLst>
            <pc:docMk/>
            <pc:sldMk cId="0" sldId="259"/>
            <ac:spMk id="9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18:47.662" v="39" actId="208"/>
          <ac:spMkLst>
            <pc:docMk/>
            <pc:sldMk cId="0" sldId="259"/>
            <ac:spMk id="10" creationId="{00000000-0000-0000-0000-000000000000}"/>
          </ac:spMkLst>
        </pc:spChg>
        <pc:spChg chg="mod">
          <ac:chgData name="Pradum Gupta" userId="8f7d132e2c6e5478" providerId="LiveId" clId="{4E709043-DFC2-4C4E-BB28-C8137D6BEFB4}" dt="2026-09-16T04:21:35.406" v="2716" actId="1035"/>
          <ac:spMkLst>
            <pc:docMk/>
            <pc:sldMk cId="0" sldId="259"/>
            <ac:spMk id="11" creationId="{00000000-0000-0000-0000-000000000000}"/>
          </ac:spMkLst>
        </pc:spChg>
        <pc:spChg chg="mod">
          <ac:chgData name="Pradum Gupta" userId="8f7d132e2c6e5478" providerId="LiveId" clId="{4E709043-DFC2-4C4E-BB28-C8137D6BEFB4}" dt="2026-09-16T04:21:35.406" v="2716" actId="1035"/>
          <ac:spMkLst>
            <pc:docMk/>
            <pc:sldMk cId="0" sldId="259"/>
            <ac:spMk id="12" creationId="{00000000-0000-0000-0000-000000000000}"/>
          </ac:spMkLst>
        </pc:spChg>
        <pc:spChg chg="mod">
          <ac:chgData name="Pradum Gupta" userId="8f7d132e2c6e5478" providerId="LiveId" clId="{4E709043-DFC2-4C4E-BB28-C8137D6BEFB4}" dt="2026-09-16T04:14:40.225" v="2646" actId="2711"/>
          <ac:spMkLst>
            <pc:docMk/>
            <pc:sldMk cId="0" sldId="259"/>
            <ac:spMk id="13" creationId="{00000000-0000-0000-0000-000000000000}"/>
          </ac:spMkLst>
        </pc:spChg>
        <pc:spChg chg="mod">
          <ac:chgData name="Pradum Gupta" userId="8f7d132e2c6e5478" providerId="LiveId" clId="{4E709043-DFC2-4C4E-BB28-C8137D6BEFB4}" dt="2026-09-16T04:21:35.406" v="2716" actId="1035"/>
          <ac:spMkLst>
            <pc:docMk/>
            <pc:sldMk cId="0" sldId="259"/>
            <ac:spMk id="14" creationId="{00000000-0000-0000-0000-000000000000}"/>
          </ac:spMkLst>
        </pc:spChg>
        <pc:spChg chg="mod">
          <ac:chgData name="Pradum Gupta" userId="8f7d132e2c6e5478" providerId="LiveId" clId="{4E709043-DFC2-4C4E-BB28-C8137D6BEFB4}" dt="2026-09-16T04:21:35.406" v="2716" actId="1035"/>
          <ac:spMkLst>
            <pc:docMk/>
            <pc:sldMk cId="0" sldId="259"/>
            <ac:spMk id="15" creationId="{00000000-0000-0000-0000-000000000000}"/>
          </ac:spMkLst>
        </pc:spChg>
        <pc:spChg chg="mod">
          <ac:chgData name="Pradum Gupta" userId="8f7d132e2c6e5478" providerId="LiveId" clId="{4E709043-DFC2-4C4E-BB28-C8137D6BEFB4}" dt="2026-09-16T04:21:35.406" v="2716" actId="1035"/>
          <ac:spMkLst>
            <pc:docMk/>
            <pc:sldMk cId="0" sldId="259"/>
            <ac:spMk id="16" creationId="{00000000-0000-0000-0000-000000000000}"/>
          </ac:spMkLst>
        </pc:spChg>
        <pc:spChg chg="mod">
          <ac:chgData name="Pradum Gupta" userId="8f7d132e2c6e5478" providerId="LiveId" clId="{4E709043-DFC2-4C4E-BB28-C8137D6BEFB4}" dt="2026-09-16T04:21:35.406" v="2716" actId="1035"/>
          <ac:spMkLst>
            <pc:docMk/>
            <pc:sldMk cId="0" sldId="259"/>
            <ac:spMk id="17" creationId="{00000000-0000-0000-0000-000000000000}"/>
          </ac:spMkLst>
        </pc:spChg>
        <pc:spChg chg="mod">
          <ac:chgData name="Pradum Gupta" userId="8f7d132e2c6e5478" providerId="LiveId" clId="{4E709043-DFC2-4C4E-BB28-C8137D6BEFB4}" dt="2026-09-16T04:21:35.406" v="2716" actId="1035"/>
          <ac:spMkLst>
            <pc:docMk/>
            <pc:sldMk cId="0" sldId="259"/>
            <ac:spMk id="18" creationId="{00000000-0000-0000-0000-000000000000}"/>
          </ac:spMkLst>
        </pc:spChg>
        <pc:spChg chg="del">
          <ac:chgData name="Pradum Gupta" userId="8f7d132e2c6e5478" providerId="LiveId" clId="{4E709043-DFC2-4C4E-BB28-C8137D6BEFB4}" dt="2026-09-15T18:24:41.574" v="1350" actId="478"/>
          <ac:spMkLst>
            <pc:docMk/>
            <pc:sldMk cId="0" sldId="259"/>
            <ac:spMk id="19" creationId="{00000000-0000-0000-0000-000000000000}"/>
          </ac:spMkLst>
        </pc:spChg>
        <pc:spChg chg="add">
          <ac:chgData name="Pradum Gupta" userId="8f7d132e2c6e5478" providerId="LiveId" clId="{4E709043-DFC2-4C4E-BB28-C8137D6BEFB4}" dt="2026-09-16T04:11:16.045" v="2464"/>
          <ac:spMkLst>
            <pc:docMk/>
            <pc:sldMk cId="0" sldId="259"/>
            <ac:spMk id="19" creationId="{29F3900D-5702-37C7-87C9-3D10E3C22D0A}"/>
          </ac:spMkLst>
        </pc:spChg>
        <pc:spChg chg="del mod">
          <ac:chgData name="Pradum Gupta" userId="8f7d132e2c6e5478" providerId="LiveId" clId="{4E709043-DFC2-4C4E-BB28-C8137D6BEFB4}" dt="2026-09-15T18:24:43.627" v="1351" actId="478"/>
          <ac:spMkLst>
            <pc:docMk/>
            <pc:sldMk cId="0" sldId="259"/>
            <ac:spMk id="20" creationId="{00000000-0000-0000-0000-000000000000}"/>
          </ac:spMkLst>
        </pc:spChg>
        <pc:spChg chg="add">
          <ac:chgData name="Pradum Gupta" userId="8f7d132e2c6e5478" providerId="LiveId" clId="{4E709043-DFC2-4C4E-BB28-C8137D6BEFB4}" dt="2026-09-16T04:11:22.282" v="2465"/>
          <ac:spMkLst>
            <pc:docMk/>
            <pc:sldMk cId="0" sldId="259"/>
            <ac:spMk id="20" creationId="{3E54C0BF-D2CF-5F89-C2B8-1E5749A2E686}"/>
          </ac:spMkLst>
        </pc:spChg>
        <pc:spChg chg="add">
          <ac:chgData name="Pradum Gupta" userId="8f7d132e2c6e5478" providerId="LiveId" clId="{4E709043-DFC2-4C4E-BB28-C8137D6BEFB4}" dt="2026-09-16T04:11:26.595" v="2468"/>
          <ac:spMkLst>
            <pc:docMk/>
            <pc:sldMk cId="0" sldId="259"/>
            <ac:spMk id="21" creationId="{15287F3A-9383-BF1F-8C59-6C0C6089884B}"/>
          </ac:spMkLst>
        </pc:spChg>
        <pc:spChg chg="mod">
          <ac:chgData name="Pradum Gupta" userId="8f7d132e2c6e5478" providerId="LiveId" clId="{4E709043-DFC2-4C4E-BB28-C8137D6BEFB4}" dt="2026-09-16T08:03:52.966" v="3952" actId="207"/>
          <ac:spMkLst>
            <pc:docMk/>
            <pc:sldMk cId="0" sldId="259"/>
            <ac:spMk id="25" creationId="{00000000-0000-0000-0000-000000000000}"/>
          </ac:spMkLst>
        </pc:spChg>
      </pc:sldChg>
      <pc:sldChg chg="addSp delSp modSp mod">
        <pc:chgData name="Pradum Gupta" userId="8f7d132e2c6e5478" providerId="LiveId" clId="{4E709043-DFC2-4C4E-BB28-C8137D6BEFB4}" dt="2026-09-16T08:07:08.692" v="3983" actId="20577"/>
        <pc:sldMkLst>
          <pc:docMk/>
          <pc:sldMk cId="0" sldId="260"/>
        </pc:sldMkLst>
        <pc:spChg chg="mod">
          <ac:chgData name="Pradum Gupta" userId="8f7d132e2c6e5478" providerId="LiveId" clId="{4E709043-DFC2-4C4E-BB28-C8137D6BEFB4}" dt="2026-09-15T17:19:21.286" v="42" actId="207"/>
          <ac:spMkLst>
            <pc:docMk/>
            <pc:sldMk cId="0" sldId="260"/>
            <ac:spMk id="2" creationId="{00000000-0000-0000-0000-000000000000}"/>
          </ac:spMkLst>
        </pc:spChg>
        <pc:spChg chg="mod">
          <ac:chgData name="Pradum Gupta" userId="8f7d132e2c6e5478" providerId="LiveId" clId="{4E709043-DFC2-4C4E-BB28-C8137D6BEFB4}" dt="2026-09-16T04:34:37.498" v="3075" actId="242"/>
          <ac:spMkLst>
            <pc:docMk/>
            <pc:sldMk cId="0" sldId="260"/>
            <ac:spMk id="3" creationId="{00000000-0000-0000-0000-000000000000}"/>
          </ac:spMkLst>
        </pc:spChg>
        <pc:spChg chg="mod">
          <ac:chgData name="Pradum Gupta" userId="8f7d132e2c6e5478" providerId="LiveId" clId="{4E709043-DFC2-4C4E-BB28-C8137D6BEFB4}" dt="2026-09-16T04:34:37.498" v="3075" actId="242"/>
          <ac:spMkLst>
            <pc:docMk/>
            <pc:sldMk cId="0" sldId="260"/>
            <ac:spMk id="4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19:29.149" v="43" actId="207"/>
          <ac:spMkLst>
            <pc:docMk/>
            <pc:sldMk cId="0" sldId="260"/>
            <ac:spMk id="5" creationId="{00000000-0000-0000-0000-000000000000}"/>
          </ac:spMkLst>
        </pc:spChg>
        <pc:spChg chg="mod">
          <ac:chgData name="Pradum Gupta" userId="8f7d132e2c6e5478" providerId="LiveId" clId="{4E709043-DFC2-4C4E-BB28-C8137D6BEFB4}" dt="2026-09-16T08:06:46.180" v="3971" actId="20577"/>
          <ac:spMkLst>
            <pc:docMk/>
            <pc:sldMk cId="0" sldId="260"/>
            <ac:spMk id="6" creationId="{00000000-0000-0000-0000-000000000000}"/>
          </ac:spMkLst>
        </pc:spChg>
        <pc:spChg chg="mod">
          <ac:chgData name="Pradum Gupta" userId="8f7d132e2c6e5478" providerId="LiveId" clId="{4E709043-DFC2-4C4E-BB28-C8137D6BEFB4}" dt="2026-09-16T08:07:03.023" v="3972" actId="1076"/>
          <ac:spMkLst>
            <pc:docMk/>
            <pc:sldMk cId="0" sldId="260"/>
            <ac:spMk id="7" creationId="{00000000-0000-0000-0000-000000000000}"/>
          </ac:spMkLst>
        </pc:spChg>
        <pc:spChg chg="mod">
          <ac:chgData name="Pradum Gupta" userId="8f7d132e2c6e5478" providerId="LiveId" clId="{4E709043-DFC2-4C4E-BB28-C8137D6BEFB4}" dt="2026-09-16T04:34:37.498" v="3075" actId="242"/>
          <ac:spMkLst>
            <pc:docMk/>
            <pc:sldMk cId="0" sldId="260"/>
            <ac:spMk id="8" creationId="{00000000-0000-0000-0000-000000000000}"/>
          </ac:spMkLst>
        </pc:spChg>
        <pc:spChg chg="mod">
          <ac:chgData name="Pradum Gupta" userId="8f7d132e2c6e5478" providerId="LiveId" clId="{4E709043-DFC2-4C4E-BB28-C8137D6BEFB4}" dt="2026-09-16T04:34:37.498" v="3075" actId="242"/>
          <ac:spMkLst>
            <pc:docMk/>
            <pc:sldMk cId="0" sldId="260"/>
            <ac:spMk id="9" creationId="{00000000-0000-0000-0000-000000000000}"/>
          </ac:spMkLst>
        </pc:spChg>
        <pc:spChg chg="mod">
          <ac:chgData name="Pradum Gupta" userId="8f7d132e2c6e5478" providerId="LiveId" clId="{4E709043-DFC2-4C4E-BB28-C8137D6BEFB4}" dt="2026-09-16T08:07:08.692" v="3983" actId="20577"/>
          <ac:spMkLst>
            <pc:docMk/>
            <pc:sldMk cId="0" sldId="260"/>
            <ac:spMk id="10" creationId="{00000000-0000-0000-0000-000000000000}"/>
          </ac:spMkLst>
        </pc:spChg>
        <pc:spChg chg="mod">
          <ac:chgData name="Pradum Gupta" userId="8f7d132e2c6e5478" providerId="LiveId" clId="{4E709043-DFC2-4C4E-BB28-C8137D6BEFB4}" dt="2026-09-16T04:34:37.498" v="3075" actId="242"/>
          <ac:spMkLst>
            <pc:docMk/>
            <pc:sldMk cId="0" sldId="260"/>
            <ac:spMk id="11" creationId="{00000000-0000-0000-0000-000000000000}"/>
          </ac:spMkLst>
        </pc:spChg>
        <pc:spChg chg="mod">
          <ac:chgData name="Pradum Gupta" userId="8f7d132e2c6e5478" providerId="LiveId" clId="{4E709043-DFC2-4C4E-BB28-C8137D6BEFB4}" dt="2026-09-16T04:34:37.498" v="3075" actId="242"/>
          <ac:spMkLst>
            <pc:docMk/>
            <pc:sldMk cId="0" sldId="260"/>
            <ac:spMk id="12" creationId="{00000000-0000-0000-0000-000000000000}"/>
          </ac:spMkLst>
        </pc:spChg>
        <pc:spChg chg="mod">
          <ac:chgData name="Pradum Gupta" userId="8f7d132e2c6e5478" providerId="LiveId" clId="{4E709043-DFC2-4C4E-BB28-C8137D6BEFB4}" dt="2026-09-16T04:32:50.498" v="3050" actId="103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Pradum Gupta" userId="8f7d132e2c6e5478" providerId="LiveId" clId="{4E709043-DFC2-4C4E-BB28-C8137D6BEFB4}" dt="2026-09-16T04:34:37.498" v="3075" actId="242"/>
          <ac:spMkLst>
            <pc:docMk/>
            <pc:sldMk cId="0" sldId="260"/>
            <ac:spMk id="14" creationId="{00000000-0000-0000-0000-000000000000}"/>
          </ac:spMkLst>
        </pc:spChg>
        <pc:spChg chg="add del mod">
          <ac:chgData name="Pradum Gupta" userId="8f7d132e2c6e5478" providerId="LiveId" clId="{4E709043-DFC2-4C4E-BB28-C8137D6BEFB4}" dt="2026-09-16T04:32:08" v="2970" actId="478"/>
          <ac:spMkLst>
            <pc:docMk/>
            <pc:sldMk cId="0" sldId="260"/>
            <ac:spMk id="15" creationId="{00000000-0000-0000-0000-000000000000}"/>
          </ac:spMkLst>
        </pc:spChg>
        <pc:spChg chg="del">
          <ac:chgData name="Pradum Gupta" userId="8f7d132e2c6e5478" providerId="LiveId" clId="{4E709043-DFC2-4C4E-BB28-C8137D6BEFB4}" dt="2026-09-16T04:32:17.549" v="2974" actId="478"/>
          <ac:spMkLst>
            <pc:docMk/>
            <pc:sldMk cId="0" sldId="260"/>
            <ac:spMk id="16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6T04:32:15.087" v="2973" actId="478"/>
          <ac:spMkLst>
            <pc:docMk/>
            <pc:sldMk cId="0" sldId="260"/>
            <ac:spMk id="17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6T04:32:11.652" v="2971" actId="478"/>
          <ac:spMkLst>
            <pc:docMk/>
            <pc:sldMk cId="0" sldId="260"/>
            <ac:spMk id="18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6T03:26:00.141" v="1621" actId="478"/>
          <ac:spMkLst>
            <pc:docMk/>
            <pc:sldMk cId="0" sldId="260"/>
            <ac:spMk id="19" creationId="{00000000-0000-0000-0000-000000000000}"/>
          </ac:spMkLst>
        </pc:spChg>
        <pc:spChg chg="del">
          <ac:chgData name="Pradum Gupta" userId="8f7d132e2c6e5478" providerId="LiveId" clId="{4E709043-DFC2-4C4E-BB28-C8137D6BEFB4}" dt="2026-09-16T03:26:04.621" v="1624" actId="478"/>
          <ac:spMkLst>
            <pc:docMk/>
            <pc:sldMk cId="0" sldId="260"/>
            <ac:spMk id="20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6T03:26:03.354" v="1623" actId="478"/>
          <ac:spMkLst>
            <pc:docMk/>
            <pc:sldMk cId="0" sldId="260"/>
            <ac:spMk id="21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6T03:26:02.077" v="1622" actId="478"/>
          <ac:spMkLst>
            <pc:docMk/>
            <pc:sldMk cId="0" sldId="260"/>
            <ac:spMk id="22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6T08:06:03.201" v="3953" actId="478"/>
          <ac:spMkLst>
            <pc:docMk/>
            <pc:sldMk cId="0" sldId="260"/>
            <ac:spMk id="23" creationId="{00000000-0000-0000-0000-000000000000}"/>
          </ac:spMkLst>
        </pc:spChg>
        <pc:spChg chg="mod">
          <ac:chgData name="Pradum Gupta" userId="8f7d132e2c6e5478" providerId="LiveId" clId="{4E709043-DFC2-4C4E-BB28-C8137D6BEFB4}" dt="2026-09-16T08:06:08.081" v="3954" actId="14100"/>
          <ac:spMkLst>
            <pc:docMk/>
            <pc:sldMk cId="0" sldId="260"/>
            <ac:spMk id="25" creationId="{00000000-0000-0000-0000-000000000000}"/>
          </ac:spMkLst>
        </pc:spChg>
      </pc:sldChg>
      <pc:sldChg chg="delSp modSp mod">
        <pc:chgData name="Pradum Gupta" userId="8f7d132e2c6e5478" providerId="LiveId" clId="{4E709043-DFC2-4C4E-BB28-C8137D6BEFB4}" dt="2026-09-16T08:18:12.733" v="4077" actId="478"/>
        <pc:sldMkLst>
          <pc:docMk/>
          <pc:sldMk cId="0" sldId="261"/>
        </pc:sldMkLst>
        <pc:spChg chg="mod">
          <ac:chgData name="Pradum Gupta" userId="8f7d132e2c6e5478" providerId="LiveId" clId="{4E709043-DFC2-4C4E-BB28-C8137D6BEFB4}" dt="2026-09-15T17:20:07.656" v="50" actId="27636"/>
          <ac:spMkLst>
            <pc:docMk/>
            <pc:sldMk cId="0" sldId="261"/>
            <ac:spMk id="2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56:42.914" v="873" actId="208"/>
          <ac:spMkLst>
            <pc:docMk/>
            <pc:sldMk cId="0" sldId="261"/>
            <ac:spMk id="3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57:00.657" v="877" actId="207"/>
          <ac:spMkLst>
            <pc:docMk/>
            <pc:sldMk cId="0" sldId="261"/>
            <ac:spMk id="5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20:07.651" v="49" actId="207"/>
          <ac:spMkLst>
            <pc:docMk/>
            <pc:sldMk cId="0" sldId="261"/>
            <ac:spMk id="6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57:00.657" v="877" actId="207"/>
          <ac:spMkLst>
            <pc:docMk/>
            <pc:sldMk cId="0" sldId="261"/>
            <ac:spMk id="7" creationId="{00000000-0000-0000-0000-000000000000}"/>
          </ac:spMkLst>
        </pc:spChg>
        <pc:spChg chg="mod">
          <ac:chgData name="Pradum Gupta" userId="8f7d132e2c6e5478" providerId="LiveId" clId="{4E709043-DFC2-4C4E-BB28-C8137D6BEFB4}" dt="2026-09-16T04:37:06.609" v="3077" actId="14100"/>
          <ac:spMkLst>
            <pc:docMk/>
            <pc:sldMk cId="0" sldId="261"/>
            <ac:spMk id="9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56:45.800" v="874" actId="208"/>
          <ac:spMkLst>
            <pc:docMk/>
            <pc:sldMk cId="0" sldId="261"/>
            <ac:spMk id="11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56:53.905" v="876" actId="207"/>
          <ac:spMkLst>
            <pc:docMk/>
            <pc:sldMk cId="0" sldId="261"/>
            <ac:spMk id="13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54:45.146" v="837" actId="208"/>
          <ac:spMkLst>
            <pc:docMk/>
            <pc:sldMk cId="0" sldId="261"/>
            <ac:spMk id="15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57:00.657" v="877" actId="207"/>
          <ac:spMkLst>
            <pc:docMk/>
            <pc:sldMk cId="0" sldId="261"/>
            <ac:spMk id="16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54:41.590" v="836" actId="208"/>
          <ac:spMkLst>
            <pc:docMk/>
            <pc:sldMk cId="0" sldId="261"/>
            <ac:spMk id="17" creationId="{00000000-0000-0000-0000-000000000000}"/>
          </ac:spMkLst>
        </pc:spChg>
        <pc:spChg chg="mod">
          <ac:chgData name="Pradum Gupta" userId="8f7d132e2c6e5478" providerId="LiveId" clId="{4E709043-DFC2-4C4E-BB28-C8137D6BEFB4}" dt="2026-09-16T07:39:15.777" v="3145"/>
          <ac:spMkLst>
            <pc:docMk/>
            <pc:sldMk cId="0" sldId="261"/>
            <ac:spMk id="18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55:02.949" v="844" actId="208"/>
          <ac:spMkLst>
            <pc:docMk/>
            <pc:sldMk cId="0" sldId="261"/>
            <ac:spMk id="19" creationId="{00000000-0000-0000-0000-000000000000}"/>
          </ac:spMkLst>
        </pc:spChg>
        <pc:spChg chg="mod">
          <ac:chgData name="Pradum Gupta" userId="8f7d132e2c6e5478" providerId="LiveId" clId="{4E709043-DFC2-4C4E-BB28-C8137D6BEFB4}" dt="2026-09-16T07:39:31.994" v="3146"/>
          <ac:spMkLst>
            <pc:docMk/>
            <pc:sldMk cId="0" sldId="261"/>
            <ac:spMk id="20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55:00.840" v="843" actId="208"/>
          <ac:spMkLst>
            <pc:docMk/>
            <pc:sldMk cId="0" sldId="261"/>
            <ac:spMk id="21" creationId="{00000000-0000-0000-0000-000000000000}"/>
          </ac:spMkLst>
        </pc:spChg>
        <pc:spChg chg="mod">
          <ac:chgData name="Pradum Gupta" userId="8f7d132e2c6e5478" providerId="LiveId" clId="{4E709043-DFC2-4C4E-BB28-C8137D6BEFB4}" dt="2026-09-16T07:40:46.201" v="3154"/>
          <ac:spMkLst>
            <pc:docMk/>
            <pc:sldMk cId="0" sldId="261"/>
            <ac:spMk id="22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57:08.433" v="878" actId="208"/>
          <ac:spMkLst>
            <pc:docMk/>
            <pc:sldMk cId="0" sldId="261"/>
            <ac:spMk id="23" creationId="{00000000-0000-0000-0000-000000000000}"/>
          </ac:spMkLst>
        </pc:spChg>
        <pc:spChg chg="mod">
          <ac:chgData name="Pradum Gupta" userId="8f7d132e2c6e5478" providerId="LiveId" clId="{4E709043-DFC2-4C4E-BB28-C8137D6BEFB4}" dt="2026-09-16T08:10:32.133" v="4021" actId="20577"/>
          <ac:spMkLst>
            <pc:docMk/>
            <pc:sldMk cId="0" sldId="261"/>
            <ac:spMk id="24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55:31.960" v="854" actId="208"/>
          <ac:spMkLst>
            <pc:docMk/>
            <pc:sldMk cId="0" sldId="261"/>
            <ac:spMk id="25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54:48.304" v="838" actId="208"/>
          <ac:spMkLst>
            <pc:docMk/>
            <pc:sldMk cId="0" sldId="261"/>
            <ac:spMk id="27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55:15.320" v="848" actId="1076"/>
          <ac:spMkLst>
            <pc:docMk/>
            <pc:sldMk cId="0" sldId="261"/>
            <ac:spMk id="29" creationId="{00000000-0000-0000-0000-000000000000}"/>
          </ac:spMkLst>
        </pc:spChg>
        <pc:spChg chg="mod">
          <ac:chgData name="Pradum Gupta" userId="8f7d132e2c6e5478" providerId="LiveId" clId="{4E709043-DFC2-4C4E-BB28-C8137D6BEFB4}" dt="2026-09-16T07:40:01.037" v="3150"/>
          <ac:spMkLst>
            <pc:docMk/>
            <pc:sldMk cId="0" sldId="261"/>
            <ac:spMk id="30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54:53.306" v="840" actId="208"/>
          <ac:spMkLst>
            <pc:docMk/>
            <pc:sldMk cId="0" sldId="261"/>
            <ac:spMk id="31" creationId="{00000000-0000-0000-0000-000000000000}"/>
          </ac:spMkLst>
        </pc:spChg>
        <pc:spChg chg="mod">
          <ac:chgData name="Pradum Gupta" userId="8f7d132e2c6e5478" providerId="LiveId" clId="{4E709043-DFC2-4C4E-BB28-C8137D6BEFB4}" dt="2026-09-16T07:40:15.396" v="3152"/>
          <ac:spMkLst>
            <pc:docMk/>
            <pc:sldMk cId="0" sldId="261"/>
            <ac:spMk id="32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54:56.079" v="841" actId="208"/>
          <ac:spMkLst>
            <pc:docMk/>
            <pc:sldMk cId="0" sldId="261"/>
            <ac:spMk id="33" creationId="{00000000-0000-0000-0000-000000000000}"/>
          </ac:spMkLst>
        </pc:spChg>
        <pc:spChg chg="mod">
          <ac:chgData name="Pradum Gupta" userId="8f7d132e2c6e5478" providerId="LiveId" clId="{4E709043-DFC2-4C4E-BB28-C8137D6BEFB4}" dt="2026-09-16T07:40:39.921" v="3153"/>
          <ac:spMkLst>
            <pc:docMk/>
            <pc:sldMk cId="0" sldId="261"/>
            <ac:spMk id="34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54:58.424" v="842" actId="208"/>
          <ac:spMkLst>
            <pc:docMk/>
            <pc:sldMk cId="0" sldId="261"/>
            <ac:spMk id="35" creationId="{00000000-0000-0000-0000-000000000000}"/>
          </ac:spMkLst>
        </pc:spChg>
        <pc:spChg chg="mod">
          <ac:chgData name="Pradum Gupta" userId="8f7d132e2c6e5478" providerId="LiveId" clId="{4E709043-DFC2-4C4E-BB28-C8137D6BEFB4}" dt="2026-09-16T08:10:27.188" v="4016" actId="20577"/>
          <ac:spMkLst>
            <pc:docMk/>
            <pc:sldMk cId="0" sldId="261"/>
            <ac:spMk id="36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55:34.419" v="855" actId="208"/>
          <ac:spMkLst>
            <pc:docMk/>
            <pc:sldMk cId="0" sldId="261"/>
            <ac:spMk id="37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57:00.657" v="877" actId="207"/>
          <ac:spMkLst>
            <pc:docMk/>
            <pc:sldMk cId="0" sldId="261"/>
            <ac:spMk id="38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55:08.406" v="846" actId="208"/>
          <ac:spMkLst>
            <pc:docMk/>
            <pc:sldMk cId="0" sldId="261"/>
            <ac:spMk id="39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20:07.651" v="49" actId="207"/>
          <ac:spMkLst>
            <pc:docMk/>
            <pc:sldMk cId="0" sldId="261"/>
            <ac:spMk id="40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55:18.777" v="849" actId="208"/>
          <ac:spMkLst>
            <pc:docMk/>
            <pc:sldMk cId="0" sldId="261"/>
            <ac:spMk id="41" creationId="{00000000-0000-0000-0000-000000000000}"/>
          </ac:spMkLst>
        </pc:spChg>
        <pc:spChg chg="mod">
          <ac:chgData name="Pradum Gupta" userId="8f7d132e2c6e5478" providerId="LiveId" clId="{4E709043-DFC2-4C4E-BB28-C8137D6BEFB4}" dt="2026-09-16T07:41:25.864" v="3170" actId="20577"/>
          <ac:spMkLst>
            <pc:docMk/>
            <pc:sldMk cId="0" sldId="261"/>
            <ac:spMk id="42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55:20.755" v="850" actId="208"/>
          <ac:spMkLst>
            <pc:docMk/>
            <pc:sldMk cId="0" sldId="261"/>
            <ac:spMk id="43" creationId="{00000000-0000-0000-0000-000000000000}"/>
          </ac:spMkLst>
        </pc:spChg>
        <pc:spChg chg="mod">
          <ac:chgData name="Pradum Gupta" userId="8f7d132e2c6e5478" providerId="LiveId" clId="{4E709043-DFC2-4C4E-BB28-C8137D6BEFB4}" dt="2026-09-16T07:41:45.006" v="3236" actId="20577"/>
          <ac:spMkLst>
            <pc:docMk/>
            <pc:sldMk cId="0" sldId="261"/>
            <ac:spMk id="44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55:23.354" v="851" actId="208"/>
          <ac:spMkLst>
            <pc:docMk/>
            <pc:sldMk cId="0" sldId="261"/>
            <ac:spMk id="45" creationId="{00000000-0000-0000-0000-000000000000}"/>
          </ac:spMkLst>
        </pc:spChg>
        <pc:spChg chg="mod">
          <ac:chgData name="Pradum Gupta" userId="8f7d132e2c6e5478" providerId="LiveId" clId="{4E709043-DFC2-4C4E-BB28-C8137D6BEFB4}" dt="2026-09-16T07:42:07.520" v="3241"/>
          <ac:spMkLst>
            <pc:docMk/>
            <pc:sldMk cId="0" sldId="261"/>
            <ac:spMk id="46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57:00.657" v="877" actId="207"/>
          <ac:spMkLst>
            <pc:docMk/>
            <pc:sldMk cId="0" sldId="261"/>
            <ac:spMk id="47" creationId="{00000000-0000-0000-0000-000000000000}"/>
          </ac:spMkLst>
        </pc:spChg>
        <pc:spChg chg="mod">
          <ac:chgData name="Pradum Gupta" userId="8f7d132e2c6e5478" providerId="LiveId" clId="{4E709043-DFC2-4C4E-BB28-C8137D6BEFB4}" dt="2026-09-16T08:10:41.126" v="4032" actId="20577"/>
          <ac:spMkLst>
            <pc:docMk/>
            <pc:sldMk cId="0" sldId="261"/>
            <ac:spMk id="48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55:29.879" v="853" actId="208"/>
          <ac:spMkLst>
            <pc:docMk/>
            <pc:sldMk cId="0" sldId="261"/>
            <ac:spMk id="49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22:47.321" v="70" actId="207"/>
          <ac:spMkLst>
            <pc:docMk/>
            <pc:sldMk cId="0" sldId="261"/>
            <ac:spMk id="50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6T07:42:54.045" v="3245" actId="478"/>
          <ac:spMkLst>
            <pc:docMk/>
            <pc:sldMk cId="0" sldId="261"/>
            <ac:spMk id="51" creationId="{00000000-0000-0000-0000-000000000000}"/>
          </ac:spMkLst>
        </pc:spChg>
        <pc:spChg chg="del">
          <ac:chgData name="Pradum Gupta" userId="8f7d132e2c6e5478" providerId="LiveId" clId="{4E709043-DFC2-4C4E-BB28-C8137D6BEFB4}" dt="2026-09-16T07:42:54.045" v="3245" actId="478"/>
          <ac:spMkLst>
            <pc:docMk/>
            <pc:sldMk cId="0" sldId="261"/>
            <ac:spMk id="52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6T07:42:41.555" v="3242" actId="478"/>
          <ac:spMkLst>
            <pc:docMk/>
            <pc:sldMk cId="0" sldId="261"/>
            <ac:spMk id="53" creationId="{00000000-0000-0000-0000-000000000000}"/>
          </ac:spMkLst>
        </pc:spChg>
        <pc:spChg chg="del">
          <ac:chgData name="Pradum Gupta" userId="8f7d132e2c6e5478" providerId="LiveId" clId="{4E709043-DFC2-4C4E-BB28-C8137D6BEFB4}" dt="2026-09-16T07:42:45.026" v="3243" actId="478"/>
          <ac:spMkLst>
            <pc:docMk/>
            <pc:sldMk cId="0" sldId="261"/>
            <ac:spMk id="54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6T07:42:54.045" v="3245" actId="478"/>
          <ac:spMkLst>
            <pc:docMk/>
            <pc:sldMk cId="0" sldId="261"/>
            <ac:spMk id="55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6T07:42:54.045" v="3245" actId="478"/>
          <ac:spMkLst>
            <pc:docMk/>
            <pc:sldMk cId="0" sldId="261"/>
            <ac:spMk id="56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6T07:42:54.045" v="3245" actId="478"/>
          <ac:spMkLst>
            <pc:docMk/>
            <pc:sldMk cId="0" sldId="261"/>
            <ac:spMk id="57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6T07:42:54.045" v="3245" actId="478"/>
          <ac:spMkLst>
            <pc:docMk/>
            <pc:sldMk cId="0" sldId="261"/>
            <ac:spMk id="58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6T07:42:54.045" v="3245" actId="478"/>
          <ac:spMkLst>
            <pc:docMk/>
            <pc:sldMk cId="0" sldId="261"/>
            <ac:spMk id="59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6T07:42:54.045" v="3245" actId="478"/>
          <ac:spMkLst>
            <pc:docMk/>
            <pc:sldMk cId="0" sldId="261"/>
            <ac:spMk id="60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6T07:42:54.045" v="3245" actId="478"/>
          <ac:spMkLst>
            <pc:docMk/>
            <pc:sldMk cId="0" sldId="261"/>
            <ac:spMk id="61" creationId="{00000000-0000-0000-0000-000000000000}"/>
          </ac:spMkLst>
        </pc:spChg>
        <pc:spChg chg="del">
          <ac:chgData name="Pradum Gupta" userId="8f7d132e2c6e5478" providerId="LiveId" clId="{4E709043-DFC2-4C4E-BB28-C8137D6BEFB4}" dt="2026-09-16T07:42:54.045" v="3245" actId="478"/>
          <ac:spMkLst>
            <pc:docMk/>
            <pc:sldMk cId="0" sldId="261"/>
            <ac:spMk id="62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55:53.534" v="860" actId="208"/>
          <ac:spMkLst>
            <pc:docMk/>
            <pc:sldMk cId="0" sldId="261"/>
            <ac:spMk id="63" creationId="{00000000-0000-0000-0000-000000000000}"/>
          </ac:spMkLst>
        </pc:spChg>
        <pc:spChg chg="del">
          <ac:chgData name="Pradum Gupta" userId="8f7d132e2c6e5478" providerId="LiveId" clId="{4E709043-DFC2-4C4E-BB28-C8137D6BEFB4}" dt="2026-09-16T07:42:49.086" v="3244" actId="478"/>
          <ac:spMkLst>
            <pc:docMk/>
            <pc:sldMk cId="0" sldId="261"/>
            <ac:spMk id="64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6T07:42:49.086" v="3244" actId="478"/>
          <ac:spMkLst>
            <pc:docMk/>
            <pc:sldMk cId="0" sldId="261"/>
            <ac:spMk id="65" creationId="{00000000-0000-0000-0000-000000000000}"/>
          </ac:spMkLst>
        </pc:spChg>
        <pc:spChg chg="del">
          <ac:chgData name="Pradum Gupta" userId="8f7d132e2c6e5478" providerId="LiveId" clId="{4E709043-DFC2-4C4E-BB28-C8137D6BEFB4}" dt="2026-09-16T07:42:49.086" v="3244" actId="478"/>
          <ac:spMkLst>
            <pc:docMk/>
            <pc:sldMk cId="0" sldId="261"/>
            <ac:spMk id="66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6T07:42:49.086" v="3244" actId="478"/>
          <ac:spMkLst>
            <pc:docMk/>
            <pc:sldMk cId="0" sldId="261"/>
            <ac:spMk id="67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6T07:42:49.086" v="3244" actId="478"/>
          <ac:spMkLst>
            <pc:docMk/>
            <pc:sldMk cId="0" sldId="261"/>
            <ac:spMk id="68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6T07:42:49.086" v="3244" actId="478"/>
          <ac:spMkLst>
            <pc:docMk/>
            <pc:sldMk cId="0" sldId="261"/>
            <ac:spMk id="69" creationId="{00000000-0000-0000-0000-000000000000}"/>
          </ac:spMkLst>
        </pc:spChg>
        <pc:spChg chg="del">
          <ac:chgData name="Pradum Gupta" userId="8f7d132e2c6e5478" providerId="LiveId" clId="{4E709043-DFC2-4C4E-BB28-C8137D6BEFB4}" dt="2026-09-16T07:42:49.086" v="3244" actId="478"/>
          <ac:spMkLst>
            <pc:docMk/>
            <pc:sldMk cId="0" sldId="261"/>
            <ac:spMk id="70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56:29.846" v="869" actId="208"/>
          <ac:spMkLst>
            <pc:docMk/>
            <pc:sldMk cId="0" sldId="261"/>
            <ac:spMk id="71" creationId="{00000000-0000-0000-0000-000000000000}"/>
          </ac:spMkLst>
        </pc:spChg>
        <pc:spChg chg="del">
          <ac:chgData name="Pradum Gupta" userId="8f7d132e2c6e5478" providerId="LiveId" clId="{4E709043-DFC2-4C4E-BB28-C8137D6BEFB4}" dt="2026-09-16T07:42:49.086" v="3244" actId="478"/>
          <ac:spMkLst>
            <pc:docMk/>
            <pc:sldMk cId="0" sldId="261"/>
            <ac:spMk id="72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6T07:42:49.086" v="3244" actId="478"/>
          <ac:spMkLst>
            <pc:docMk/>
            <pc:sldMk cId="0" sldId="261"/>
            <ac:spMk id="73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6T07:42:49.086" v="3244" actId="478"/>
          <ac:spMkLst>
            <pc:docMk/>
            <pc:sldMk cId="0" sldId="261"/>
            <ac:spMk id="74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6T08:18:12.733" v="4077" actId="478"/>
          <ac:spMkLst>
            <pc:docMk/>
            <pc:sldMk cId="0" sldId="261"/>
            <ac:spMk id="75" creationId="{00000000-0000-0000-0000-000000000000}"/>
          </ac:spMkLst>
        </pc:spChg>
      </pc:sldChg>
      <pc:sldChg chg="addSp delSp modSp mod">
        <pc:chgData name="Pradum Gupta" userId="8f7d132e2c6e5478" providerId="LiveId" clId="{4E709043-DFC2-4C4E-BB28-C8137D6BEFB4}" dt="2026-09-16T07:44:52.266" v="3274" actId="478"/>
        <pc:sldMkLst>
          <pc:docMk/>
          <pc:sldMk cId="0" sldId="262"/>
        </pc:sldMkLst>
        <pc:spChg chg="mod">
          <ac:chgData name="Pradum Gupta" userId="8f7d132e2c6e5478" providerId="LiveId" clId="{4E709043-DFC2-4C4E-BB28-C8137D6BEFB4}" dt="2026-09-15T18:03:06.795" v="979" actId="207"/>
          <ac:spMkLst>
            <pc:docMk/>
            <pc:sldMk cId="0" sldId="262"/>
            <ac:spMk id="2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23:06.219" v="75" actId="27636"/>
          <ac:spMkLst>
            <pc:docMk/>
            <pc:sldMk cId="0" sldId="262"/>
            <ac:spMk id="3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25:02.808" v="102" actId="208"/>
          <ac:spMkLst>
            <pc:docMk/>
            <pc:sldMk cId="0" sldId="262"/>
            <ac:spMk id="4" creationId="{00000000-0000-0000-0000-000000000000}"/>
          </ac:spMkLst>
        </pc:spChg>
        <pc:spChg chg="mod">
          <ac:chgData name="Pradum Gupta" userId="8f7d132e2c6e5478" providerId="LiveId" clId="{4E709043-DFC2-4C4E-BB28-C8137D6BEFB4}" dt="2026-09-16T03:47:27.488" v="2111" actId="27636"/>
          <ac:spMkLst>
            <pc:docMk/>
            <pc:sldMk cId="0" sldId="262"/>
            <ac:spMk id="5" creationId="{00000000-0000-0000-0000-000000000000}"/>
          </ac:spMkLst>
        </pc:spChg>
        <pc:spChg chg="mod">
          <ac:chgData name="Pradum Gupta" userId="8f7d132e2c6e5478" providerId="LiveId" clId="{4E709043-DFC2-4C4E-BB28-C8137D6BEFB4}" dt="2026-09-16T03:47:11.046" v="2104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Pradum Gupta" userId="8f7d132e2c6e5478" providerId="LiveId" clId="{4E709043-DFC2-4C4E-BB28-C8137D6BEFB4}" dt="2026-09-15T18:01:37.978" v="922" actId="1076"/>
          <ac:spMkLst>
            <pc:docMk/>
            <pc:sldMk cId="0" sldId="262"/>
            <ac:spMk id="7" creationId="{00000000-0000-0000-0000-000000000000}"/>
          </ac:spMkLst>
        </pc:spChg>
        <pc:spChg chg="mod">
          <ac:chgData name="Pradum Gupta" userId="8f7d132e2c6e5478" providerId="LiveId" clId="{4E709043-DFC2-4C4E-BB28-C8137D6BEFB4}" dt="2026-09-15T18:01:43.423" v="923" actId="14100"/>
          <ac:spMkLst>
            <pc:docMk/>
            <pc:sldMk cId="0" sldId="262"/>
            <ac:spMk id="8" creationId="{00000000-0000-0000-0000-000000000000}"/>
          </ac:spMkLst>
        </pc:spChg>
        <pc:spChg chg="mod">
          <ac:chgData name="Pradum Gupta" userId="8f7d132e2c6e5478" providerId="LiveId" clId="{4E709043-DFC2-4C4E-BB28-C8137D6BEFB4}" dt="2026-09-16T03:56:35.455" v="2356" actId="404"/>
          <ac:spMkLst>
            <pc:docMk/>
            <pc:sldMk cId="0" sldId="262"/>
            <ac:spMk id="9" creationId="{00000000-0000-0000-0000-000000000000}"/>
          </ac:spMkLst>
        </pc:spChg>
        <pc:spChg chg="add del mod">
          <ac:chgData name="Pradum Gupta" userId="8f7d132e2c6e5478" providerId="LiveId" clId="{4E709043-DFC2-4C4E-BB28-C8137D6BEFB4}" dt="2026-09-16T03:51:53.769" v="2187"/>
          <ac:spMkLst>
            <pc:docMk/>
            <pc:sldMk cId="0" sldId="262"/>
            <ac:spMk id="10" creationId="{00000000-0000-0000-0000-000000000000}"/>
          </ac:spMkLst>
        </pc:spChg>
        <pc:spChg chg="mod">
          <ac:chgData name="Pradum Gupta" userId="8f7d132e2c6e5478" providerId="LiveId" clId="{4E709043-DFC2-4C4E-BB28-C8137D6BEFB4}" dt="2026-09-15T18:02:43.311" v="974" actId="1037"/>
          <ac:spMkLst>
            <pc:docMk/>
            <pc:sldMk cId="0" sldId="262"/>
            <ac:spMk id="11" creationId="{00000000-0000-0000-0000-000000000000}"/>
          </ac:spMkLst>
        </pc:spChg>
        <pc:spChg chg="mod">
          <ac:chgData name="Pradum Gupta" userId="8f7d132e2c6e5478" providerId="LiveId" clId="{4E709043-DFC2-4C4E-BB28-C8137D6BEFB4}" dt="2026-09-15T18:02:37.145" v="968" actId="14100"/>
          <ac:spMkLst>
            <pc:docMk/>
            <pc:sldMk cId="0" sldId="262"/>
            <ac:spMk id="12" creationId="{00000000-0000-0000-0000-000000000000}"/>
          </ac:spMkLst>
        </pc:spChg>
        <pc:spChg chg="mod">
          <ac:chgData name="Pradum Gupta" userId="8f7d132e2c6e5478" providerId="LiveId" clId="{4E709043-DFC2-4C4E-BB28-C8137D6BEFB4}" dt="2026-09-16T03:53:27.813" v="2212" actId="20577"/>
          <ac:spMkLst>
            <pc:docMk/>
            <pc:sldMk cId="0" sldId="262"/>
            <ac:spMk id="13" creationId="{00000000-0000-0000-0000-000000000000}"/>
          </ac:spMkLst>
        </pc:spChg>
        <pc:spChg chg="mod">
          <ac:chgData name="Pradum Gupta" userId="8f7d132e2c6e5478" providerId="LiveId" clId="{4E709043-DFC2-4C4E-BB28-C8137D6BEFB4}" dt="2026-09-16T03:54:26.585" v="2279" actId="20577"/>
          <ac:spMkLst>
            <pc:docMk/>
            <pc:sldMk cId="0" sldId="262"/>
            <ac:spMk id="14" creationId="{00000000-0000-0000-0000-000000000000}"/>
          </ac:spMkLst>
        </pc:spChg>
        <pc:spChg chg="mod">
          <ac:chgData name="Pradum Gupta" userId="8f7d132e2c6e5478" providerId="LiveId" clId="{4E709043-DFC2-4C4E-BB28-C8137D6BEFB4}" dt="2026-09-15T18:02:45.944" v="976" actId="1037"/>
          <ac:spMkLst>
            <pc:docMk/>
            <pc:sldMk cId="0" sldId="262"/>
            <ac:spMk id="15" creationId="{00000000-0000-0000-0000-000000000000}"/>
          </ac:spMkLst>
        </pc:spChg>
        <pc:spChg chg="mod">
          <ac:chgData name="Pradum Gupta" userId="8f7d132e2c6e5478" providerId="LiveId" clId="{4E709043-DFC2-4C4E-BB28-C8137D6BEFB4}" dt="2026-09-15T18:02:10.675" v="943" actId="14100"/>
          <ac:spMkLst>
            <pc:docMk/>
            <pc:sldMk cId="0" sldId="262"/>
            <ac:spMk id="16" creationId="{00000000-0000-0000-0000-000000000000}"/>
          </ac:spMkLst>
        </pc:spChg>
        <pc:spChg chg="mod">
          <ac:chgData name="Pradum Gupta" userId="8f7d132e2c6e5478" providerId="LiveId" clId="{4E709043-DFC2-4C4E-BB28-C8137D6BEFB4}" dt="2026-09-15T18:02:16.150" v="952" actId="1037"/>
          <ac:spMkLst>
            <pc:docMk/>
            <pc:sldMk cId="0" sldId="262"/>
            <ac:spMk id="17" creationId="{00000000-0000-0000-0000-000000000000}"/>
          </ac:spMkLst>
        </pc:spChg>
        <pc:spChg chg="mod">
          <ac:chgData name="Pradum Gupta" userId="8f7d132e2c6e5478" providerId="LiveId" clId="{4E709043-DFC2-4C4E-BB28-C8137D6BEFB4}" dt="2026-09-16T03:55:18.843" v="2352" actId="20577"/>
          <ac:spMkLst>
            <pc:docMk/>
            <pc:sldMk cId="0" sldId="262"/>
            <ac:spMk id="18" creationId="{00000000-0000-0000-0000-000000000000}"/>
          </ac:spMkLst>
        </pc:spChg>
        <pc:spChg chg="add del">
          <ac:chgData name="Pradum Gupta" userId="8f7d132e2c6e5478" providerId="LiveId" clId="{4E709043-DFC2-4C4E-BB28-C8137D6BEFB4}" dt="2026-09-15T18:01:25.205" v="920" actId="478"/>
          <ac:spMkLst>
            <pc:docMk/>
            <pc:sldMk cId="0" sldId="262"/>
            <ac:spMk id="19" creationId="{00000000-0000-0000-0000-000000000000}"/>
          </ac:spMkLst>
        </pc:spChg>
        <pc:spChg chg="add mod">
          <ac:chgData name="Pradum Gupta" userId="8f7d132e2c6e5478" providerId="LiveId" clId="{4E709043-DFC2-4C4E-BB28-C8137D6BEFB4}" dt="2026-09-16T04:00:19.520" v="2395" actId="1076"/>
          <ac:spMkLst>
            <pc:docMk/>
            <pc:sldMk cId="0" sldId="262"/>
            <ac:spMk id="19" creationId="{155CED16-F9F7-D085-2FA3-42B392990337}"/>
          </ac:spMkLst>
        </pc:spChg>
        <pc:spChg chg="add del mod">
          <ac:chgData name="Pradum Gupta" userId="8f7d132e2c6e5478" providerId="LiveId" clId="{4E709043-DFC2-4C4E-BB28-C8137D6BEFB4}" dt="2026-09-15T17:58:52.002" v="905" actId="1076"/>
          <ac:spMkLst>
            <pc:docMk/>
            <pc:sldMk cId="0" sldId="262"/>
            <ac:spMk id="20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58:48.854" v="899" actId="1076"/>
          <ac:spMkLst>
            <pc:docMk/>
            <pc:sldMk cId="0" sldId="262"/>
            <ac:spMk id="21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58:48.537" v="898" actId="1076"/>
          <ac:spMkLst>
            <pc:docMk/>
            <pc:sldMk cId="0" sldId="262"/>
            <ac:spMk id="22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23:06.219" v="78" actId="27636"/>
          <ac:spMkLst>
            <pc:docMk/>
            <pc:sldMk cId="0" sldId="262"/>
            <ac:spMk id="23" creationId="{00000000-0000-0000-0000-000000000000}"/>
          </ac:spMkLst>
        </pc:spChg>
        <pc:spChg chg="mod">
          <ac:chgData name="Pradum Gupta" userId="8f7d132e2c6e5478" providerId="LiveId" clId="{4E709043-DFC2-4C4E-BB28-C8137D6BEFB4}" dt="2026-09-16T03:58:32.447" v="2378" actId="1076"/>
          <ac:spMkLst>
            <pc:docMk/>
            <pc:sldMk cId="0" sldId="262"/>
            <ac:spMk id="24" creationId="{00000000-0000-0000-0000-000000000000}"/>
          </ac:spMkLst>
        </pc:spChg>
        <pc:spChg chg="mod">
          <ac:chgData name="Pradum Gupta" userId="8f7d132e2c6e5478" providerId="LiveId" clId="{4E709043-DFC2-4C4E-BB28-C8137D6BEFB4}" dt="2026-09-16T03:58:15.204" v="2372" actId="14100"/>
          <ac:spMkLst>
            <pc:docMk/>
            <pc:sldMk cId="0" sldId="262"/>
            <ac:spMk id="25" creationId="{00000000-0000-0000-0000-000000000000}"/>
          </ac:spMkLst>
        </pc:spChg>
        <pc:spChg chg="mod">
          <ac:chgData name="Pradum Gupta" userId="8f7d132e2c6e5478" providerId="LiveId" clId="{4E709043-DFC2-4C4E-BB28-C8137D6BEFB4}" dt="2026-09-16T03:58:05.554" v="2369" actId="1076"/>
          <ac:spMkLst>
            <pc:docMk/>
            <pc:sldMk cId="0" sldId="262"/>
            <ac:spMk id="27" creationId="{00000000-0000-0000-0000-000000000000}"/>
          </ac:spMkLst>
        </pc:spChg>
        <pc:spChg chg="mod">
          <ac:chgData name="Pradum Gupta" userId="8f7d132e2c6e5478" providerId="LiveId" clId="{4E709043-DFC2-4C4E-BB28-C8137D6BEFB4}" dt="2026-09-16T03:59:02.770" v="2384" actId="14100"/>
          <ac:spMkLst>
            <pc:docMk/>
            <pc:sldMk cId="0" sldId="262"/>
            <ac:spMk id="28" creationId="{00000000-0000-0000-0000-000000000000}"/>
          </ac:spMkLst>
        </pc:spChg>
        <pc:spChg chg="mod">
          <ac:chgData name="Pradum Gupta" userId="8f7d132e2c6e5478" providerId="LiveId" clId="{4E709043-DFC2-4C4E-BB28-C8137D6BEFB4}" dt="2026-09-16T04:00:25.498" v="2397" actId="14100"/>
          <ac:spMkLst>
            <pc:docMk/>
            <pc:sldMk cId="0" sldId="262"/>
            <ac:spMk id="29" creationId="{00000000-0000-0000-0000-000000000000}"/>
          </ac:spMkLst>
        </pc:spChg>
        <pc:spChg chg="mod">
          <ac:chgData name="Pradum Gupta" userId="8f7d132e2c6e5478" providerId="LiveId" clId="{4E709043-DFC2-4C4E-BB28-C8137D6BEFB4}" dt="2026-09-16T03:59:08.410" v="2385" actId="1076"/>
          <ac:spMkLst>
            <pc:docMk/>
            <pc:sldMk cId="0" sldId="262"/>
            <ac:spMk id="30" creationId="{00000000-0000-0000-0000-000000000000}"/>
          </ac:spMkLst>
        </pc:spChg>
        <pc:spChg chg="mod">
          <ac:chgData name="Pradum Gupta" userId="8f7d132e2c6e5478" providerId="LiveId" clId="{4E709043-DFC2-4C4E-BB28-C8137D6BEFB4}" dt="2026-09-16T03:59:12.757" v="2386" actId="1076"/>
          <ac:spMkLst>
            <pc:docMk/>
            <pc:sldMk cId="0" sldId="262"/>
            <ac:spMk id="31" creationId="{00000000-0000-0000-0000-000000000000}"/>
          </ac:spMkLst>
        </pc:spChg>
        <pc:spChg chg="mod">
          <ac:chgData name="Pradum Gupta" userId="8f7d132e2c6e5478" providerId="LiveId" clId="{4E709043-DFC2-4C4E-BB28-C8137D6BEFB4}" dt="2026-09-16T03:59:19.789" v="2387" actId="1076"/>
          <ac:spMkLst>
            <pc:docMk/>
            <pc:sldMk cId="0" sldId="262"/>
            <ac:spMk id="32" creationId="{00000000-0000-0000-0000-000000000000}"/>
          </ac:spMkLst>
        </pc:spChg>
        <pc:spChg chg="mod">
          <ac:chgData name="Pradum Gupta" userId="8f7d132e2c6e5478" providerId="LiveId" clId="{4E709043-DFC2-4C4E-BB28-C8137D6BEFB4}" dt="2026-09-16T04:00:23.283" v="2396" actId="1076"/>
          <ac:spMkLst>
            <pc:docMk/>
            <pc:sldMk cId="0" sldId="262"/>
            <ac:spMk id="33" creationId="{00000000-0000-0000-0000-000000000000}"/>
          </ac:spMkLst>
        </pc:spChg>
        <pc:spChg chg="mod">
          <ac:chgData name="Pradum Gupta" userId="8f7d132e2c6e5478" providerId="LiveId" clId="{4E709043-DFC2-4C4E-BB28-C8137D6BEFB4}" dt="2026-09-16T04:00:41.946" v="2404" actId="1076"/>
          <ac:spMkLst>
            <pc:docMk/>
            <pc:sldMk cId="0" sldId="262"/>
            <ac:spMk id="34" creationId="{00000000-0000-0000-0000-000000000000}"/>
          </ac:spMkLst>
        </pc:spChg>
        <pc:spChg chg="mod">
          <ac:chgData name="Pradum Gupta" userId="8f7d132e2c6e5478" providerId="LiveId" clId="{4E709043-DFC2-4C4E-BB28-C8137D6BEFB4}" dt="2026-09-16T04:00:50.499" v="2410" actId="27636"/>
          <ac:spMkLst>
            <pc:docMk/>
            <pc:sldMk cId="0" sldId="262"/>
            <ac:spMk id="35" creationId="{00000000-0000-0000-0000-000000000000}"/>
          </ac:spMkLst>
        </pc:spChg>
        <pc:spChg chg="mod">
          <ac:chgData name="Pradum Gupta" userId="8f7d132e2c6e5478" providerId="LiveId" clId="{4E709043-DFC2-4C4E-BB28-C8137D6BEFB4}" dt="2026-09-16T03:59:57.256" v="2392" actId="1076"/>
          <ac:spMkLst>
            <pc:docMk/>
            <pc:sldMk cId="0" sldId="262"/>
            <ac:spMk id="36" creationId="{00000000-0000-0000-0000-000000000000}"/>
          </ac:spMkLst>
        </pc:spChg>
        <pc:spChg chg="mod">
          <ac:chgData name="Pradum Gupta" userId="8f7d132e2c6e5478" providerId="LiveId" clId="{4E709043-DFC2-4C4E-BB28-C8137D6BEFB4}" dt="2026-09-16T04:02:05.733" v="2437" actId="20577"/>
          <ac:spMkLst>
            <pc:docMk/>
            <pc:sldMk cId="0" sldId="262"/>
            <ac:spMk id="37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6T07:44:52.266" v="3274" actId="478"/>
          <ac:spMkLst>
            <pc:docMk/>
            <pc:sldMk cId="0" sldId="262"/>
            <ac:spMk id="38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6T07:44:52.266" v="3274" actId="478"/>
          <ac:spMkLst>
            <pc:docMk/>
            <pc:sldMk cId="0" sldId="262"/>
            <ac:spMk id="39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23:06.215" v="72" actId="27636"/>
          <ac:spMkLst>
            <pc:docMk/>
            <pc:sldMk cId="0" sldId="262"/>
            <ac:spMk id="40" creationId="{00000000-0000-0000-0000-000000000000}"/>
          </ac:spMkLst>
        </pc:spChg>
        <pc:spChg chg="del">
          <ac:chgData name="Pradum Gupta" userId="8f7d132e2c6e5478" providerId="LiveId" clId="{4E709043-DFC2-4C4E-BB28-C8137D6BEFB4}" dt="2026-09-16T07:44:52.266" v="3274" actId="478"/>
          <ac:spMkLst>
            <pc:docMk/>
            <pc:sldMk cId="0" sldId="262"/>
            <ac:spMk id="41" creationId="{00000000-0000-0000-0000-000000000000}"/>
          </ac:spMkLst>
        </pc:spChg>
        <pc:spChg chg="mod">
          <ac:chgData name="Pradum Gupta" userId="8f7d132e2c6e5478" providerId="LiveId" clId="{4E709043-DFC2-4C4E-BB28-C8137D6BEFB4}" dt="2026-09-15T18:04:35.195" v="986" actId="208"/>
          <ac:spMkLst>
            <pc:docMk/>
            <pc:sldMk cId="0" sldId="262"/>
            <ac:spMk id="42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6T07:44:52.266" v="3274" actId="478"/>
          <ac:spMkLst>
            <pc:docMk/>
            <pc:sldMk cId="0" sldId="262"/>
            <ac:spMk id="43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6T07:44:52.266" v="3274" actId="478"/>
          <ac:spMkLst>
            <pc:docMk/>
            <pc:sldMk cId="0" sldId="262"/>
            <ac:spMk id="45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6T07:44:52.266" v="3274" actId="478"/>
          <ac:spMkLst>
            <pc:docMk/>
            <pc:sldMk cId="0" sldId="262"/>
            <ac:spMk id="46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6T07:44:52.266" v="3274" actId="478"/>
          <ac:spMkLst>
            <pc:docMk/>
            <pc:sldMk cId="0" sldId="262"/>
            <ac:spMk id="47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6T07:44:52.266" v="3274" actId="478"/>
          <ac:spMkLst>
            <pc:docMk/>
            <pc:sldMk cId="0" sldId="262"/>
            <ac:spMk id="48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6T07:44:52.266" v="3274" actId="478"/>
          <ac:spMkLst>
            <pc:docMk/>
            <pc:sldMk cId="0" sldId="262"/>
            <ac:spMk id="49" creationId="{00000000-0000-0000-0000-000000000000}"/>
          </ac:spMkLst>
        </pc:spChg>
        <pc:spChg chg="del">
          <ac:chgData name="Pradum Gupta" userId="8f7d132e2c6e5478" providerId="LiveId" clId="{4E709043-DFC2-4C4E-BB28-C8137D6BEFB4}" dt="2026-09-16T07:44:52.266" v="3274" actId="478"/>
          <ac:spMkLst>
            <pc:docMk/>
            <pc:sldMk cId="0" sldId="262"/>
            <ac:spMk id="50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6T07:44:25.532" v="3273" actId="478"/>
          <ac:spMkLst>
            <pc:docMk/>
            <pc:sldMk cId="0" sldId="262"/>
            <ac:spMk id="51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6T07:44:25.532" v="3273" actId="478"/>
          <ac:spMkLst>
            <pc:docMk/>
            <pc:sldMk cId="0" sldId="262"/>
            <ac:spMk id="52" creationId="{00000000-0000-0000-0000-000000000000}"/>
          </ac:spMkLst>
        </pc:spChg>
        <pc:spChg chg="del">
          <ac:chgData name="Pradum Gupta" userId="8f7d132e2c6e5478" providerId="LiveId" clId="{4E709043-DFC2-4C4E-BB28-C8137D6BEFB4}" dt="2026-09-16T07:44:24.007" v="3272" actId="478"/>
          <ac:spMkLst>
            <pc:docMk/>
            <pc:sldMk cId="0" sldId="262"/>
            <ac:spMk id="53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23:06.163" v="71" actId="207"/>
          <ac:spMkLst>
            <pc:docMk/>
            <pc:sldMk cId="0" sldId="262"/>
            <ac:spMk id="54" creationId="{00000000-0000-0000-0000-000000000000}"/>
          </ac:spMkLst>
        </pc:spChg>
        <pc:spChg chg="add mod">
          <ac:chgData name="Pradum Gupta" userId="8f7d132e2c6e5478" providerId="LiveId" clId="{4E709043-DFC2-4C4E-BB28-C8137D6BEFB4}" dt="2026-09-15T17:58:49.800" v="902" actId="1076"/>
          <ac:spMkLst>
            <pc:docMk/>
            <pc:sldMk cId="0" sldId="262"/>
            <ac:spMk id="56" creationId="{4051CA62-5E64-03DB-9707-FED539A313CE}"/>
          </ac:spMkLst>
        </pc:spChg>
        <pc:spChg chg="add mod">
          <ac:chgData name="Pradum Gupta" userId="8f7d132e2c6e5478" providerId="LiveId" clId="{4E709043-DFC2-4C4E-BB28-C8137D6BEFB4}" dt="2026-09-16T04:01:06.019" v="2412" actId="1076"/>
          <ac:spMkLst>
            <pc:docMk/>
            <pc:sldMk cId="0" sldId="262"/>
            <ac:spMk id="56" creationId="{47A7A6B2-9C29-8D05-0351-81AC618E6953}"/>
          </ac:spMkLst>
        </pc:spChg>
        <pc:spChg chg="add mod">
          <ac:chgData name="Pradum Gupta" userId="8f7d132e2c6e5478" providerId="LiveId" clId="{4E709043-DFC2-4C4E-BB28-C8137D6BEFB4}" dt="2026-09-16T04:02:26.900" v="2438" actId="20577"/>
          <ac:spMkLst>
            <pc:docMk/>
            <pc:sldMk cId="0" sldId="262"/>
            <ac:spMk id="57" creationId="{3B78F76E-25BF-C4AE-52F8-223A073B8638}"/>
          </ac:spMkLst>
        </pc:spChg>
        <pc:spChg chg="add mod">
          <ac:chgData name="Pradum Gupta" userId="8f7d132e2c6e5478" providerId="LiveId" clId="{4E709043-DFC2-4C4E-BB28-C8137D6BEFB4}" dt="2026-09-16T04:01:30.153" v="2416" actId="1076"/>
          <ac:spMkLst>
            <pc:docMk/>
            <pc:sldMk cId="0" sldId="262"/>
            <ac:spMk id="58" creationId="{1CEAAF24-4E5D-3D8C-6D80-1A7F3A2CCB40}"/>
          </ac:spMkLst>
        </pc:spChg>
        <pc:spChg chg="add mod">
          <ac:chgData name="Pradum Gupta" userId="8f7d132e2c6e5478" providerId="LiveId" clId="{4E709043-DFC2-4C4E-BB28-C8137D6BEFB4}" dt="2026-09-16T03:52:43.700" v="2196" actId="1037"/>
          <ac:spMkLst>
            <pc:docMk/>
            <pc:sldMk cId="0" sldId="262"/>
            <ac:spMk id="59" creationId="{6C8DBB8D-702E-A4F5-E9CA-EB8FDF0CC91D}"/>
          </ac:spMkLst>
        </pc:spChg>
        <pc:inkChg chg="add del">
          <ac:chgData name="Pradum Gupta" userId="8f7d132e2c6e5478" providerId="LiveId" clId="{4E709043-DFC2-4C4E-BB28-C8137D6BEFB4}" dt="2026-09-15T17:59:18.203" v="910" actId="9405"/>
          <ac:inkMkLst>
            <pc:docMk/>
            <pc:sldMk cId="0" sldId="262"/>
            <ac:inkMk id="57" creationId="{52C4878A-0B39-74DA-2302-C55BB76CB2A3}"/>
          </ac:inkMkLst>
        </pc:inkChg>
        <pc:inkChg chg="add del">
          <ac:chgData name="Pradum Gupta" userId="8f7d132e2c6e5478" providerId="LiveId" clId="{4E709043-DFC2-4C4E-BB28-C8137D6BEFB4}" dt="2026-09-15T17:59:37.399" v="912" actId="9405"/>
          <ac:inkMkLst>
            <pc:docMk/>
            <pc:sldMk cId="0" sldId="262"/>
            <ac:inkMk id="58" creationId="{7301F5ED-AC5E-3CD2-F09A-285FE966A4DC}"/>
          </ac:inkMkLst>
        </pc:inkChg>
      </pc:sldChg>
      <pc:sldChg chg="addSp delSp modSp mod">
        <pc:chgData name="Pradum Gupta" userId="8f7d132e2c6e5478" providerId="LiveId" clId="{4E709043-DFC2-4C4E-BB28-C8137D6BEFB4}" dt="2026-09-16T08:14:21.478" v="4064" actId="14100"/>
        <pc:sldMkLst>
          <pc:docMk/>
          <pc:sldMk cId="0" sldId="263"/>
        </pc:sldMkLst>
        <pc:spChg chg="mod">
          <ac:chgData name="Pradum Gupta" userId="8f7d132e2c6e5478" providerId="LiveId" clId="{4E709043-DFC2-4C4E-BB28-C8137D6BEFB4}" dt="2026-09-15T17:25:48.804" v="115" actId="207"/>
          <ac:spMkLst>
            <pc:docMk/>
            <pc:sldMk cId="0" sldId="263"/>
            <ac:spMk id="2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25:57.314" v="116" actId="208"/>
          <ac:spMkLst>
            <pc:docMk/>
            <pc:sldMk cId="0" sldId="263"/>
            <ac:spMk id="4" creationId="{00000000-0000-0000-0000-000000000000}"/>
          </ac:spMkLst>
        </pc:spChg>
        <pc:spChg chg="mod">
          <ac:chgData name="Pradum Gupta" userId="8f7d132e2c6e5478" providerId="LiveId" clId="{4E709043-DFC2-4C4E-BB28-C8137D6BEFB4}" dt="2026-09-15T18:05:36.379" v="991" actId="208"/>
          <ac:spMkLst>
            <pc:docMk/>
            <pc:sldMk cId="0" sldId="263"/>
            <ac:spMk id="5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25:40.178" v="109" actId="27636"/>
          <ac:spMkLst>
            <pc:docMk/>
            <pc:sldMk cId="0" sldId="263"/>
            <ac:spMk id="6" creationId="{00000000-0000-0000-0000-000000000000}"/>
          </ac:spMkLst>
        </pc:spChg>
        <pc:spChg chg="mod">
          <ac:chgData name="Pradum Gupta" userId="8f7d132e2c6e5478" providerId="LiveId" clId="{4E709043-DFC2-4C4E-BB28-C8137D6BEFB4}" dt="2026-09-16T04:03:44.828" v="2443" actId="27636"/>
          <ac:spMkLst>
            <pc:docMk/>
            <pc:sldMk cId="0" sldId="263"/>
            <ac:spMk id="8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26:00.399" v="117" actId="208"/>
          <ac:spMkLst>
            <pc:docMk/>
            <pc:sldMk cId="0" sldId="263"/>
            <ac:spMk id="9" creationId="{00000000-0000-0000-0000-000000000000}"/>
          </ac:spMkLst>
        </pc:spChg>
        <pc:spChg chg="mod">
          <ac:chgData name="Pradum Gupta" userId="8f7d132e2c6e5478" providerId="LiveId" clId="{4E709043-DFC2-4C4E-BB28-C8137D6BEFB4}" dt="2026-09-15T18:05:41.289" v="993" actId="208"/>
          <ac:spMkLst>
            <pc:docMk/>
            <pc:sldMk cId="0" sldId="263"/>
            <ac:spMk id="10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25:40.178" v="111" actId="27636"/>
          <ac:spMkLst>
            <pc:docMk/>
            <pc:sldMk cId="0" sldId="263"/>
            <ac:spMk id="11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25:48.804" v="115" actId="207"/>
          <ac:spMkLst>
            <pc:docMk/>
            <pc:sldMk cId="0" sldId="263"/>
            <ac:spMk id="12" creationId="{00000000-0000-0000-0000-000000000000}"/>
          </ac:spMkLst>
        </pc:spChg>
        <pc:spChg chg="mod">
          <ac:chgData name="Pradum Gupta" userId="8f7d132e2c6e5478" providerId="LiveId" clId="{4E709043-DFC2-4C4E-BB28-C8137D6BEFB4}" dt="2026-09-16T04:03:36.968" v="2440" actId="403"/>
          <ac:spMkLst>
            <pc:docMk/>
            <pc:sldMk cId="0" sldId="263"/>
            <ac:spMk id="13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26:03.780" v="118" actId="208"/>
          <ac:spMkLst>
            <pc:docMk/>
            <pc:sldMk cId="0" sldId="263"/>
            <ac:spMk id="14" creationId="{00000000-0000-0000-0000-000000000000}"/>
          </ac:spMkLst>
        </pc:spChg>
        <pc:spChg chg="mod">
          <ac:chgData name="Pradum Gupta" userId="8f7d132e2c6e5478" providerId="LiveId" clId="{4E709043-DFC2-4C4E-BB28-C8137D6BEFB4}" dt="2026-09-15T18:05:38.586" v="992" actId="208"/>
          <ac:spMkLst>
            <pc:docMk/>
            <pc:sldMk cId="0" sldId="263"/>
            <ac:spMk id="15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25:40.184" v="112" actId="27636"/>
          <ac:spMkLst>
            <pc:docMk/>
            <pc:sldMk cId="0" sldId="263"/>
            <ac:spMk id="16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25:40.170" v="108" actId="207"/>
          <ac:spMkLst>
            <pc:docMk/>
            <pc:sldMk cId="0" sldId="263"/>
            <ac:spMk id="17" creationId="{00000000-0000-0000-0000-000000000000}"/>
          </ac:spMkLst>
        </pc:spChg>
        <pc:spChg chg="mod">
          <ac:chgData name="Pradum Gupta" userId="8f7d132e2c6e5478" providerId="LiveId" clId="{4E709043-DFC2-4C4E-BB28-C8137D6BEFB4}" dt="2026-09-16T04:03:41.422" v="2441" actId="403"/>
          <ac:spMkLst>
            <pc:docMk/>
            <pc:sldMk cId="0" sldId="263"/>
            <ac:spMk id="18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26:07.117" v="119" actId="208"/>
          <ac:spMkLst>
            <pc:docMk/>
            <pc:sldMk cId="0" sldId="263"/>
            <ac:spMk id="19" creationId="{00000000-0000-0000-0000-000000000000}"/>
          </ac:spMkLst>
        </pc:spChg>
        <pc:spChg chg="mod">
          <ac:chgData name="Pradum Gupta" userId="8f7d132e2c6e5478" providerId="LiveId" clId="{4E709043-DFC2-4C4E-BB28-C8137D6BEFB4}" dt="2026-09-15T18:05:43.611" v="994" actId="208"/>
          <ac:spMkLst>
            <pc:docMk/>
            <pc:sldMk cId="0" sldId="263"/>
            <ac:spMk id="20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25:48.804" v="115" actId="207"/>
          <ac:spMkLst>
            <pc:docMk/>
            <pc:sldMk cId="0" sldId="263"/>
            <ac:spMk id="21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25:48.804" v="115" actId="207"/>
          <ac:spMkLst>
            <pc:docMk/>
            <pc:sldMk cId="0" sldId="263"/>
            <ac:spMk id="22" creationId="{00000000-0000-0000-0000-000000000000}"/>
          </ac:spMkLst>
        </pc:spChg>
        <pc:spChg chg="mod">
          <ac:chgData name="Pradum Gupta" userId="8f7d132e2c6e5478" providerId="LiveId" clId="{4E709043-DFC2-4C4E-BB28-C8137D6BEFB4}" dt="2026-09-16T04:03:31.228" v="2439" actId="403"/>
          <ac:spMkLst>
            <pc:docMk/>
            <pc:sldMk cId="0" sldId="263"/>
            <ac:spMk id="23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25:40.190" v="114" actId="27636"/>
          <ac:spMkLst>
            <pc:docMk/>
            <pc:sldMk cId="0" sldId="263"/>
            <ac:spMk id="24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26:12.378" v="120" actId="208"/>
          <ac:spMkLst>
            <pc:docMk/>
            <pc:sldMk cId="0" sldId="263"/>
            <ac:spMk id="25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25:40.170" v="108" actId="207"/>
          <ac:spMkLst>
            <pc:docMk/>
            <pc:sldMk cId="0" sldId="263"/>
            <ac:spMk id="26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26:15.965" v="121" actId="208"/>
          <ac:spMkLst>
            <pc:docMk/>
            <pc:sldMk cId="0" sldId="263"/>
            <ac:spMk id="28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25:40.170" v="108" actId="207"/>
          <ac:spMkLst>
            <pc:docMk/>
            <pc:sldMk cId="0" sldId="263"/>
            <ac:spMk id="29" creationId="{00000000-0000-0000-0000-000000000000}"/>
          </ac:spMkLst>
        </pc:spChg>
        <pc:spChg chg="mod">
          <ac:chgData name="Pradum Gupta" userId="8f7d132e2c6e5478" providerId="LiveId" clId="{4E709043-DFC2-4C4E-BB28-C8137D6BEFB4}" dt="2026-09-16T08:14:02.832" v="4059" actId="1038"/>
          <ac:spMkLst>
            <pc:docMk/>
            <pc:sldMk cId="0" sldId="263"/>
            <ac:spMk id="30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26:20.280" v="122" actId="208"/>
          <ac:spMkLst>
            <pc:docMk/>
            <pc:sldMk cId="0" sldId="263"/>
            <ac:spMk id="31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25:40.170" v="108" actId="207"/>
          <ac:spMkLst>
            <pc:docMk/>
            <pc:sldMk cId="0" sldId="263"/>
            <ac:spMk id="32" creationId="{00000000-0000-0000-0000-000000000000}"/>
          </ac:spMkLst>
        </pc:spChg>
        <pc:spChg chg="mod">
          <ac:chgData name="Pradum Gupta" userId="8f7d132e2c6e5478" providerId="LiveId" clId="{4E709043-DFC2-4C4E-BB28-C8137D6BEFB4}" dt="2026-09-16T08:14:10.352" v="4063" actId="1037"/>
          <ac:spMkLst>
            <pc:docMk/>
            <pc:sldMk cId="0" sldId="263"/>
            <ac:spMk id="33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26:26.408" v="123" actId="208"/>
          <ac:spMkLst>
            <pc:docMk/>
            <pc:sldMk cId="0" sldId="263"/>
            <ac:spMk id="34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26:26.408" v="123" actId="208"/>
          <ac:spMkLst>
            <pc:docMk/>
            <pc:sldMk cId="0" sldId="263"/>
            <ac:spMk id="37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25:40.170" v="108" actId="207"/>
          <ac:spMkLst>
            <pc:docMk/>
            <pc:sldMk cId="0" sldId="263"/>
            <ac:spMk id="39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26:26.408" v="123" actId="208"/>
          <ac:spMkLst>
            <pc:docMk/>
            <pc:sldMk cId="0" sldId="263"/>
            <ac:spMk id="40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25:48.804" v="115" actId="207"/>
          <ac:spMkLst>
            <pc:docMk/>
            <pc:sldMk cId="0" sldId="263"/>
            <ac:spMk id="43" creationId="{00000000-0000-0000-0000-000000000000}"/>
          </ac:spMkLst>
        </pc:spChg>
        <pc:spChg chg="mod">
          <ac:chgData name="Pradum Gupta" userId="8f7d132e2c6e5478" providerId="LiveId" clId="{4E709043-DFC2-4C4E-BB28-C8137D6BEFB4}" dt="2026-09-16T08:14:21.478" v="4064" actId="14100"/>
          <ac:spMkLst>
            <pc:docMk/>
            <pc:sldMk cId="0" sldId="263"/>
            <ac:spMk id="44" creationId="{00000000-0000-0000-0000-000000000000}"/>
          </ac:spMkLst>
        </pc:spChg>
        <pc:spChg chg="add del">
          <ac:chgData name="Pradum Gupta" userId="8f7d132e2c6e5478" providerId="LiveId" clId="{4E709043-DFC2-4C4E-BB28-C8137D6BEFB4}" dt="2026-09-16T08:13:41.087" v="4034" actId="478"/>
          <ac:spMkLst>
            <pc:docMk/>
            <pc:sldMk cId="0" sldId="263"/>
            <ac:spMk id="45" creationId="{0AEC62CF-334D-3E3F-7B41-96A08EA1811E}"/>
          </ac:spMkLst>
        </pc:spChg>
      </pc:sldChg>
      <pc:sldChg chg="delSp modSp mod">
        <pc:chgData name="Pradum Gupta" userId="8f7d132e2c6e5478" providerId="LiveId" clId="{4E709043-DFC2-4C4E-BB28-C8137D6BEFB4}" dt="2026-09-16T08:15:08.975" v="4068" actId="478"/>
        <pc:sldMkLst>
          <pc:docMk/>
          <pc:sldMk cId="0" sldId="264"/>
        </pc:sldMkLst>
        <pc:spChg chg="mod">
          <ac:chgData name="Pradum Gupta" userId="8f7d132e2c6e5478" providerId="LiveId" clId="{4E709043-DFC2-4C4E-BB28-C8137D6BEFB4}" dt="2026-09-15T17:26:55.910" v="128" actId="207"/>
          <ac:spMkLst>
            <pc:docMk/>
            <pc:sldMk cId="0" sldId="264"/>
            <ac:spMk id="2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26:49.113" v="126" actId="208"/>
          <ac:spMkLst>
            <pc:docMk/>
            <pc:sldMk cId="0" sldId="264"/>
            <ac:spMk id="3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26:55.910" v="128" actId="207"/>
          <ac:spMkLst>
            <pc:docMk/>
            <pc:sldMk cId="0" sldId="264"/>
            <ac:spMk id="7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26:55.910" v="128" actId="207"/>
          <ac:spMkLst>
            <pc:docMk/>
            <pc:sldMk cId="0" sldId="264"/>
            <ac:spMk id="8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27:00.796" v="129" actId="208"/>
          <ac:spMkLst>
            <pc:docMk/>
            <pc:sldMk cId="0" sldId="264"/>
            <ac:spMk id="9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26:55.910" v="128" actId="207"/>
          <ac:spMkLst>
            <pc:docMk/>
            <pc:sldMk cId="0" sldId="264"/>
            <ac:spMk id="11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26:41.685" v="124" actId="207"/>
          <ac:spMkLst>
            <pc:docMk/>
            <pc:sldMk cId="0" sldId="264"/>
            <ac:spMk id="13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27:02.842" v="130" actId="208"/>
          <ac:spMkLst>
            <pc:docMk/>
            <pc:sldMk cId="0" sldId="264"/>
            <ac:spMk id="15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26:55.910" v="128" actId="207"/>
          <ac:spMkLst>
            <pc:docMk/>
            <pc:sldMk cId="0" sldId="264"/>
            <ac:spMk id="19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26:41.685" v="124" actId="207"/>
          <ac:spMkLst>
            <pc:docMk/>
            <pc:sldMk cId="0" sldId="264"/>
            <ac:spMk id="20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27:05.918" v="131" actId="208"/>
          <ac:spMkLst>
            <pc:docMk/>
            <pc:sldMk cId="0" sldId="264"/>
            <ac:spMk id="21" creationId="{00000000-0000-0000-0000-000000000000}"/>
          </ac:spMkLst>
        </pc:spChg>
        <pc:spChg chg="mod">
          <ac:chgData name="Pradum Gupta" userId="8f7d132e2c6e5478" providerId="LiveId" clId="{4E709043-DFC2-4C4E-BB28-C8137D6BEFB4}" dt="2026-09-16T08:14:48.228" v="4067" actId="208"/>
          <ac:spMkLst>
            <pc:docMk/>
            <pc:sldMk cId="0" sldId="264"/>
            <ac:spMk id="23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26:55.910" v="128" actId="207"/>
          <ac:spMkLst>
            <pc:docMk/>
            <pc:sldMk cId="0" sldId="264"/>
            <ac:spMk id="24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26:41.685" v="124" actId="207"/>
          <ac:spMkLst>
            <pc:docMk/>
            <pc:sldMk cId="0" sldId="264"/>
            <ac:spMk id="25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26:55.910" v="128" actId="207"/>
          <ac:spMkLst>
            <pc:docMk/>
            <pc:sldMk cId="0" sldId="264"/>
            <ac:spMk id="26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27:08.651" v="132" actId="208"/>
          <ac:spMkLst>
            <pc:docMk/>
            <pc:sldMk cId="0" sldId="264"/>
            <ac:spMk id="27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26:55.910" v="128" actId="207"/>
          <ac:spMkLst>
            <pc:docMk/>
            <pc:sldMk cId="0" sldId="264"/>
            <ac:spMk id="29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26:41.685" v="124" actId="207"/>
          <ac:spMkLst>
            <pc:docMk/>
            <pc:sldMk cId="0" sldId="264"/>
            <ac:spMk id="30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26:55.910" v="128" actId="207"/>
          <ac:spMkLst>
            <pc:docMk/>
            <pc:sldMk cId="0" sldId="264"/>
            <ac:spMk id="31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27:11.414" v="133" actId="208"/>
          <ac:spMkLst>
            <pc:docMk/>
            <pc:sldMk cId="0" sldId="264"/>
            <ac:spMk id="33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26:41.685" v="124" actId="207"/>
          <ac:spMkLst>
            <pc:docMk/>
            <pc:sldMk cId="0" sldId="264"/>
            <ac:spMk id="35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26:55.910" v="128" actId="207"/>
          <ac:spMkLst>
            <pc:docMk/>
            <pc:sldMk cId="0" sldId="264"/>
            <ac:spMk id="37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26:41.685" v="124" actId="207"/>
          <ac:spMkLst>
            <pc:docMk/>
            <pc:sldMk cId="0" sldId="264"/>
            <ac:spMk id="38" creationId="{00000000-0000-0000-0000-000000000000}"/>
          </ac:spMkLst>
        </pc:spChg>
        <pc:spChg chg="del">
          <ac:chgData name="Pradum Gupta" userId="8f7d132e2c6e5478" providerId="LiveId" clId="{4E709043-DFC2-4C4E-BB28-C8137D6BEFB4}" dt="2026-09-16T08:15:08.975" v="4068" actId="478"/>
          <ac:spMkLst>
            <pc:docMk/>
            <pc:sldMk cId="0" sldId="264"/>
            <ac:spMk id="39" creationId="{00000000-0000-0000-0000-000000000000}"/>
          </ac:spMkLst>
        </pc:spChg>
        <pc:spChg chg="mod">
          <ac:chgData name="Pradum Gupta" userId="8f7d132e2c6e5478" providerId="LiveId" clId="{4E709043-DFC2-4C4E-BB28-C8137D6BEFB4}" dt="2026-09-16T08:14:31.993" v="4065" actId="14100"/>
          <ac:spMkLst>
            <pc:docMk/>
            <pc:sldMk cId="0" sldId="264"/>
            <ac:spMk id="40" creationId="{00000000-0000-0000-0000-000000000000}"/>
          </ac:spMkLst>
        </pc:spChg>
      </pc:sldChg>
      <pc:sldChg chg="addSp delSp modSp mod">
        <pc:chgData name="Pradum Gupta" userId="8f7d132e2c6e5478" providerId="LiveId" clId="{4E709043-DFC2-4C4E-BB28-C8137D6BEFB4}" dt="2026-09-16T08:21:04.302" v="4186" actId="14100"/>
        <pc:sldMkLst>
          <pc:docMk/>
          <pc:sldMk cId="0" sldId="265"/>
        </pc:sldMkLst>
        <pc:spChg chg="mod">
          <ac:chgData name="Pradum Gupta" userId="8f7d132e2c6e5478" providerId="LiveId" clId="{4E709043-DFC2-4C4E-BB28-C8137D6BEFB4}" dt="2026-09-15T17:27:22.507" v="136" actId="207"/>
          <ac:spMkLst>
            <pc:docMk/>
            <pc:sldMk cId="0" sldId="265"/>
            <ac:spMk id="2" creationId="{00000000-0000-0000-0000-000000000000}"/>
          </ac:spMkLst>
        </pc:spChg>
        <pc:spChg chg="mod">
          <ac:chgData name="Pradum Gupta" userId="8f7d132e2c6e5478" providerId="LiveId" clId="{4E709043-DFC2-4C4E-BB28-C8137D6BEFB4}" dt="2026-09-16T08:16:01.529" v="4075" actId="1076"/>
          <ac:spMkLst>
            <pc:docMk/>
            <pc:sldMk cId="0" sldId="265"/>
            <ac:spMk id="3" creationId="{00000000-0000-0000-0000-000000000000}"/>
          </ac:spMkLst>
        </pc:spChg>
        <pc:spChg chg="add del mod">
          <ac:chgData name="Pradum Gupta" userId="8f7d132e2c6e5478" providerId="LiveId" clId="{4E709043-DFC2-4C4E-BB28-C8137D6BEFB4}" dt="2026-09-16T07:52:22.244" v="3426" actId="478"/>
          <ac:spMkLst>
            <pc:docMk/>
            <pc:sldMk cId="0" sldId="265"/>
            <ac:spMk id="4" creationId="{00000000-0000-0000-0000-000000000000}"/>
          </ac:spMkLst>
        </pc:spChg>
        <pc:spChg chg="add del mod">
          <ac:chgData name="Pradum Gupta" userId="8f7d132e2c6e5478" providerId="LiveId" clId="{4E709043-DFC2-4C4E-BB28-C8137D6BEFB4}" dt="2026-09-16T07:52:22.244" v="3426" actId="478"/>
          <ac:spMkLst>
            <pc:docMk/>
            <pc:sldMk cId="0" sldId="265"/>
            <ac:spMk id="5" creationId="{00000000-0000-0000-0000-000000000000}"/>
          </ac:spMkLst>
        </pc:spChg>
        <pc:spChg chg="add del mod">
          <ac:chgData name="Pradum Gupta" userId="8f7d132e2c6e5478" providerId="LiveId" clId="{4E709043-DFC2-4C4E-BB28-C8137D6BEFB4}" dt="2026-09-16T07:52:22.244" v="3426" actId="478"/>
          <ac:spMkLst>
            <pc:docMk/>
            <pc:sldMk cId="0" sldId="265"/>
            <ac:spMk id="6" creationId="{00000000-0000-0000-0000-000000000000}"/>
          </ac:spMkLst>
        </pc:spChg>
        <pc:spChg chg="mod">
          <ac:chgData name="Pradum Gupta" userId="8f7d132e2c6e5478" providerId="LiveId" clId="{4E709043-DFC2-4C4E-BB28-C8137D6BEFB4}" dt="2026-09-16T08:21:04.302" v="4186" actId="14100"/>
          <ac:spMkLst>
            <pc:docMk/>
            <pc:sldMk cId="0" sldId="265"/>
            <ac:spMk id="7" creationId="{00000000-0000-0000-0000-000000000000}"/>
          </ac:spMkLst>
        </pc:spChg>
        <pc:spChg chg="mod">
          <ac:chgData name="Pradum Gupta" userId="8f7d132e2c6e5478" providerId="LiveId" clId="{4E709043-DFC2-4C4E-BB28-C8137D6BEFB4}" dt="2026-09-16T08:20:53.992" v="4185" actId="2711"/>
          <ac:spMkLst>
            <pc:docMk/>
            <pc:sldMk cId="0" sldId="265"/>
            <ac:spMk id="8" creationId="{00000000-0000-0000-0000-000000000000}"/>
          </ac:spMkLst>
        </pc:spChg>
        <pc:spChg chg="mod">
          <ac:chgData name="Pradum Gupta" userId="8f7d132e2c6e5478" providerId="LiveId" clId="{4E709043-DFC2-4C4E-BB28-C8137D6BEFB4}" dt="2026-09-16T08:20:53.992" v="4185" actId="2711"/>
          <ac:spMkLst>
            <pc:docMk/>
            <pc:sldMk cId="0" sldId="265"/>
            <ac:spMk id="9" creationId="{00000000-0000-0000-0000-000000000000}"/>
          </ac:spMkLst>
        </pc:spChg>
        <pc:spChg chg="add del mod">
          <ac:chgData name="Pradum Gupta" userId="8f7d132e2c6e5478" providerId="LiveId" clId="{4E709043-DFC2-4C4E-BB28-C8137D6BEFB4}" dt="2026-09-16T07:52:22.244" v="3426" actId="478"/>
          <ac:spMkLst>
            <pc:docMk/>
            <pc:sldMk cId="0" sldId="265"/>
            <ac:spMk id="10" creationId="{00000000-0000-0000-0000-000000000000}"/>
          </ac:spMkLst>
        </pc:spChg>
        <pc:spChg chg="add del mod">
          <ac:chgData name="Pradum Gupta" userId="8f7d132e2c6e5478" providerId="LiveId" clId="{4E709043-DFC2-4C4E-BB28-C8137D6BEFB4}" dt="2026-09-16T07:52:22.244" v="3426" actId="478"/>
          <ac:spMkLst>
            <pc:docMk/>
            <pc:sldMk cId="0" sldId="265"/>
            <ac:spMk id="11" creationId="{00000000-0000-0000-0000-000000000000}"/>
          </ac:spMkLst>
        </pc:spChg>
        <pc:spChg chg="mod">
          <ac:chgData name="Pradum Gupta" userId="8f7d132e2c6e5478" providerId="LiveId" clId="{4E709043-DFC2-4C4E-BB28-C8137D6BEFB4}" dt="2026-09-16T08:20:53.992" v="4185" actId="2711"/>
          <ac:spMkLst>
            <pc:docMk/>
            <pc:sldMk cId="0" sldId="265"/>
            <ac:spMk id="12" creationId="{00000000-0000-0000-0000-000000000000}"/>
          </ac:spMkLst>
        </pc:spChg>
        <pc:spChg chg="mod">
          <ac:chgData name="Pradum Gupta" userId="8f7d132e2c6e5478" providerId="LiveId" clId="{4E709043-DFC2-4C4E-BB28-C8137D6BEFB4}" dt="2026-09-16T08:20:53.992" v="4185" actId="2711"/>
          <ac:spMkLst>
            <pc:docMk/>
            <pc:sldMk cId="0" sldId="265"/>
            <ac:spMk id="13" creationId="{00000000-0000-0000-0000-000000000000}"/>
          </ac:spMkLst>
        </pc:spChg>
        <pc:spChg chg="mod">
          <ac:chgData name="Pradum Gupta" userId="8f7d132e2c6e5478" providerId="LiveId" clId="{4E709043-DFC2-4C4E-BB28-C8137D6BEFB4}" dt="2026-09-16T08:20:53.992" v="4185" actId="2711"/>
          <ac:spMkLst>
            <pc:docMk/>
            <pc:sldMk cId="0" sldId="265"/>
            <ac:spMk id="14" creationId="{00000000-0000-0000-0000-000000000000}"/>
          </ac:spMkLst>
        </pc:spChg>
        <pc:spChg chg="add del mod">
          <ac:chgData name="Pradum Gupta" userId="8f7d132e2c6e5478" providerId="LiveId" clId="{4E709043-DFC2-4C4E-BB28-C8137D6BEFB4}" dt="2026-09-16T07:52:22.244" v="3426" actId="478"/>
          <ac:spMkLst>
            <pc:docMk/>
            <pc:sldMk cId="0" sldId="265"/>
            <ac:spMk id="15" creationId="{00000000-0000-0000-0000-000000000000}"/>
          </ac:spMkLst>
        </pc:spChg>
        <pc:spChg chg="add del mod">
          <ac:chgData name="Pradum Gupta" userId="8f7d132e2c6e5478" providerId="LiveId" clId="{4E709043-DFC2-4C4E-BB28-C8137D6BEFB4}" dt="2026-09-16T07:52:22.244" v="3426" actId="478"/>
          <ac:spMkLst>
            <pc:docMk/>
            <pc:sldMk cId="0" sldId="265"/>
            <ac:spMk id="16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6T08:19:19.886" v="4080" actId="478"/>
          <ac:spMkLst>
            <pc:docMk/>
            <pc:sldMk cId="0" sldId="265"/>
            <ac:spMk id="17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6T08:19:19.886" v="4080" actId="478"/>
          <ac:spMkLst>
            <pc:docMk/>
            <pc:sldMk cId="0" sldId="265"/>
            <ac:spMk id="18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6T08:19:19.886" v="4080" actId="478"/>
          <ac:spMkLst>
            <pc:docMk/>
            <pc:sldMk cId="0" sldId="265"/>
            <ac:spMk id="19" creationId="{00000000-0000-0000-0000-000000000000}"/>
          </ac:spMkLst>
        </pc:spChg>
        <pc:spChg chg="add del mod">
          <ac:chgData name="Pradum Gupta" userId="8f7d132e2c6e5478" providerId="LiveId" clId="{4E709043-DFC2-4C4E-BB28-C8137D6BEFB4}" dt="2026-09-16T07:52:22.244" v="3426" actId="478"/>
          <ac:spMkLst>
            <pc:docMk/>
            <pc:sldMk cId="0" sldId="265"/>
            <ac:spMk id="20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27:20.566" v="134" actId="207"/>
          <ac:spMkLst>
            <pc:docMk/>
            <pc:sldMk cId="0" sldId="265"/>
            <ac:spMk id="21" creationId="{00000000-0000-0000-0000-000000000000}"/>
          </ac:spMkLst>
        </pc:spChg>
        <pc:spChg chg="add del mod">
          <ac:chgData name="Pradum Gupta" userId="8f7d132e2c6e5478" providerId="LiveId" clId="{4E709043-DFC2-4C4E-BB28-C8137D6BEFB4}" dt="2026-09-16T08:16:04.337" v="4076" actId="478"/>
          <ac:spMkLst>
            <pc:docMk/>
            <pc:sldMk cId="0" sldId="265"/>
            <ac:spMk id="22" creationId="{00000000-0000-0000-0000-000000000000}"/>
          </ac:spMkLst>
        </pc:spChg>
        <pc:spChg chg="add del mod">
          <ac:chgData name="Pradum Gupta" userId="8f7d132e2c6e5478" providerId="LiveId" clId="{4E709043-DFC2-4C4E-BB28-C8137D6BEFB4}" dt="2026-09-16T08:16:04.337" v="4076" actId="478"/>
          <ac:spMkLst>
            <pc:docMk/>
            <pc:sldMk cId="0" sldId="265"/>
            <ac:spMk id="23" creationId="{00000000-0000-0000-0000-000000000000}"/>
          </ac:spMkLst>
        </pc:spChg>
        <pc:spChg chg="add del mod">
          <ac:chgData name="Pradum Gupta" userId="8f7d132e2c6e5478" providerId="LiveId" clId="{4E709043-DFC2-4C4E-BB28-C8137D6BEFB4}" dt="2026-09-16T08:16:04.337" v="4076" actId="478"/>
          <ac:spMkLst>
            <pc:docMk/>
            <pc:sldMk cId="0" sldId="265"/>
            <ac:spMk id="24" creationId="{00000000-0000-0000-0000-000000000000}"/>
          </ac:spMkLst>
        </pc:spChg>
        <pc:spChg chg="add del mod">
          <ac:chgData name="Pradum Gupta" userId="8f7d132e2c6e5478" providerId="LiveId" clId="{4E709043-DFC2-4C4E-BB28-C8137D6BEFB4}" dt="2026-09-16T07:52:22.244" v="3426" actId="478"/>
          <ac:spMkLst>
            <pc:docMk/>
            <pc:sldMk cId="0" sldId="265"/>
            <ac:spMk id="25" creationId="{00000000-0000-0000-0000-000000000000}"/>
          </ac:spMkLst>
        </pc:spChg>
        <pc:spChg chg="add del">
          <ac:chgData name="Pradum Gupta" userId="8f7d132e2c6e5478" providerId="LiveId" clId="{4E709043-DFC2-4C4E-BB28-C8137D6BEFB4}" dt="2026-09-16T07:52:22.244" v="3426" actId="478"/>
          <ac:spMkLst>
            <pc:docMk/>
            <pc:sldMk cId="0" sldId="265"/>
            <ac:spMk id="26" creationId="{00000000-0000-0000-0000-000000000000}"/>
          </ac:spMkLst>
        </pc:spChg>
        <pc:spChg chg="add del mod">
          <ac:chgData name="Pradum Gupta" userId="8f7d132e2c6e5478" providerId="LiveId" clId="{4E709043-DFC2-4C4E-BB28-C8137D6BEFB4}" dt="2026-09-16T07:51:24.882" v="3394" actId="478"/>
          <ac:spMkLst>
            <pc:docMk/>
            <pc:sldMk cId="0" sldId="265"/>
            <ac:spMk id="27" creationId="{00000000-0000-0000-0000-000000000000}"/>
          </ac:spMkLst>
        </pc:spChg>
        <pc:spChg chg="add del mod">
          <ac:chgData name="Pradum Gupta" userId="8f7d132e2c6e5478" providerId="LiveId" clId="{4E709043-DFC2-4C4E-BB28-C8137D6BEFB4}" dt="2026-09-16T07:51:30.583" v="3395" actId="478"/>
          <ac:spMkLst>
            <pc:docMk/>
            <pc:sldMk cId="0" sldId="265"/>
            <ac:spMk id="28" creationId="{00000000-0000-0000-0000-000000000000}"/>
          </ac:spMkLst>
        </pc:spChg>
        <pc:spChg chg="add del mod">
          <ac:chgData name="Pradum Gupta" userId="8f7d132e2c6e5478" providerId="LiveId" clId="{4E709043-DFC2-4C4E-BB28-C8137D6BEFB4}" dt="2026-09-16T07:51:30.583" v="3395" actId="478"/>
          <ac:spMkLst>
            <pc:docMk/>
            <pc:sldMk cId="0" sldId="265"/>
            <ac:spMk id="29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6T08:19:16.325" v="4079" actId="478"/>
          <ac:spMkLst>
            <pc:docMk/>
            <pc:sldMk cId="0" sldId="265"/>
            <ac:spMk id="30" creationId="{00000000-0000-0000-0000-000000000000}"/>
          </ac:spMkLst>
        </pc:spChg>
      </pc:sldChg>
      <pc:sldChg chg="delSp modSp mod">
        <pc:chgData name="Pradum Gupta" userId="8f7d132e2c6e5478" providerId="LiveId" clId="{4E709043-DFC2-4C4E-BB28-C8137D6BEFB4}" dt="2026-09-16T08:21:46.204" v="4202" actId="1076"/>
        <pc:sldMkLst>
          <pc:docMk/>
          <pc:sldMk cId="0" sldId="266"/>
        </pc:sldMkLst>
        <pc:spChg chg="mod">
          <ac:chgData name="Pradum Gupta" userId="8f7d132e2c6e5478" providerId="LiveId" clId="{4E709043-DFC2-4C4E-BB28-C8137D6BEFB4}" dt="2026-09-15T17:28:33.388" v="151" actId="207"/>
          <ac:spMkLst>
            <pc:docMk/>
            <pc:sldMk cId="0" sldId="266"/>
            <ac:spMk id="2" creationId="{00000000-0000-0000-0000-000000000000}"/>
          </ac:spMkLst>
        </pc:spChg>
        <pc:spChg chg="mod">
          <ac:chgData name="Pradum Gupta" userId="8f7d132e2c6e5478" providerId="LiveId" clId="{4E709043-DFC2-4C4E-BB28-C8137D6BEFB4}" dt="2026-09-15T17:28:33.388" v="151" actId="207"/>
          <ac:spMkLst>
            <pc:docMk/>
            <pc:sldMk cId="0" sldId="266"/>
            <ac:spMk id="3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6T08:21:21.229" v="4187" actId="478"/>
          <ac:spMkLst>
            <pc:docMk/>
            <pc:sldMk cId="0" sldId="266"/>
            <ac:spMk id="6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6T08:21:21.229" v="4187" actId="478"/>
          <ac:spMkLst>
            <pc:docMk/>
            <pc:sldMk cId="0" sldId="266"/>
            <ac:spMk id="7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6T08:21:21.229" v="4187" actId="478"/>
          <ac:spMkLst>
            <pc:docMk/>
            <pc:sldMk cId="0" sldId="266"/>
            <ac:spMk id="8" creationId="{00000000-0000-0000-0000-000000000000}"/>
          </ac:spMkLst>
        </pc:spChg>
        <pc:spChg chg="mod">
          <ac:chgData name="Pradum Gupta" userId="8f7d132e2c6e5478" providerId="LiveId" clId="{4E709043-DFC2-4C4E-BB28-C8137D6BEFB4}" dt="2026-09-16T08:21:46.204" v="4202" actId="1076"/>
          <ac:spMkLst>
            <pc:docMk/>
            <pc:sldMk cId="0" sldId="266"/>
            <ac:spMk id="9" creationId="{00000000-0000-0000-0000-000000000000}"/>
          </ac:spMkLst>
        </pc:spChg>
      </pc:sldChg>
      <pc:sldChg chg="delSp modSp mod">
        <pc:chgData name="Pradum Gupta" userId="8f7d132e2c6e5478" providerId="LiveId" clId="{4E709043-DFC2-4C4E-BB28-C8137D6BEFB4}" dt="2026-09-16T07:38:03.796" v="3142" actId="1037"/>
        <pc:sldMkLst>
          <pc:docMk/>
          <pc:sldMk cId="0" sldId="267"/>
        </pc:sldMkLst>
        <pc:spChg chg="mod">
          <ac:chgData name="Pradum Gupta" userId="8f7d132e2c6e5478" providerId="LiveId" clId="{4E709043-DFC2-4C4E-BB28-C8137D6BEFB4}" dt="2026-09-15T17:32:01.040" v="206" actId="207"/>
          <ac:spMkLst>
            <pc:docMk/>
            <pc:sldMk cId="0" sldId="267"/>
            <ac:spMk id="2" creationId="{00000000-0000-0000-0000-000000000000}"/>
          </ac:spMkLst>
        </pc:spChg>
        <pc:spChg chg="mod">
          <ac:chgData name="Pradum Gupta" userId="8f7d132e2c6e5478" providerId="LiveId" clId="{4E709043-DFC2-4C4E-BB28-C8137D6BEFB4}" dt="2026-09-16T07:37:34.832" v="3079" actId="1076"/>
          <ac:spMkLst>
            <pc:docMk/>
            <pc:sldMk cId="0" sldId="267"/>
            <ac:spMk id="3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6T07:37:47.922" v="3082" actId="478"/>
          <ac:spMkLst>
            <pc:docMk/>
            <pc:sldMk cId="0" sldId="267"/>
            <ac:spMk id="4" creationId="{00000000-0000-0000-0000-000000000000}"/>
          </ac:spMkLst>
        </pc:spChg>
        <pc:spChg chg="mod">
          <ac:chgData name="Pradum Gupta" userId="8f7d132e2c6e5478" providerId="LiveId" clId="{4E709043-DFC2-4C4E-BB28-C8137D6BEFB4}" dt="2026-09-16T07:38:03.796" v="3142" actId="1037"/>
          <ac:spMkLst>
            <pc:docMk/>
            <pc:sldMk cId="0" sldId="267"/>
            <ac:spMk id="5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6T07:37:47.922" v="3082" actId="478"/>
          <ac:spMkLst>
            <pc:docMk/>
            <pc:sldMk cId="0" sldId="267"/>
            <ac:spMk id="6" creationId="{00000000-0000-0000-0000-000000000000}"/>
          </ac:spMkLst>
        </pc:spChg>
        <pc:spChg chg="mod">
          <ac:chgData name="Pradum Gupta" userId="8f7d132e2c6e5478" providerId="LiveId" clId="{4E709043-DFC2-4C4E-BB28-C8137D6BEFB4}" dt="2026-09-16T07:38:03.796" v="3142" actId="1037"/>
          <ac:spMkLst>
            <pc:docMk/>
            <pc:sldMk cId="0" sldId="267"/>
            <ac:spMk id="7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6T07:37:47.922" v="3082" actId="478"/>
          <ac:spMkLst>
            <pc:docMk/>
            <pc:sldMk cId="0" sldId="267"/>
            <ac:spMk id="8" creationId="{00000000-0000-0000-0000-000000000000}"/>
          </ac:spMkLst>
        </pc:spChg>
        <pc:spChg chg="mod">
          <ac:chgData name="Pradum Gupta" userId="8f7d132e2c6e5478" providerId="LiveId" clId="{4E709043-DFC2-4C4E-BB28-C8137D6BEFB4}" dt="2026-09-16T07:38:03.796" v="3142" actId="1037"/>
          <ac:spMkLst>
            <pc:docMk/>
            <pc:sldMk cId="0" sldId="267"/>
            <ac:spMk id="9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6T07:37:47.922" v="3082" actId="478"/>
          <ac:spMkLst>
            <pc:docMk/>
            <pc:sldMk cId="0" sldId="267"/>
            <ac:spMk id="10" creationId="{00000000-0000-0000-0000-000000000000}"/>
          </ac:spMkLst>
        </pc:spChg>
        <pc:spChg chg="mod">
          <ac:chgData name="Pradum Gupta" userId="8f7d132e2c6e5478" providerId="LiveId" clId="{4E709043-DFC2-4C4E-BB28-C8137D6BEFB4}" dt="2026-09-16T07:38:03.796" v="3142" actId="1037"/>
          <ac:spMkLst>
            <pc:docMk/>
            <pc:sldMk cId="0" sldId="267"/>
            <ac:spMk id="11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6T07:37:47.922" v="3082" actId="478"/>
          <ac:spMkLst>
            <pc:docMk/>
            <pc:sldMk cId="0" sldId="267"/>
            <ac:spMk id="12" creationId="{00000000-0000-0000-0000-000000000000}"/>
          </ac:spMkLst>
        </pc:spChg>
        <pc:spChg chg="mod">
          <ac:chgData name="Pradum Gupta" userId="8f7d132e2c6e5478" providerId="LiveId" clId="{4E709043-DFC2-4C4E-BB28-C8137D6BEFB4}" dt="2026-09-16T07:38:03.796" v="3142" actId="1037"/>
          <ac:spMkLst>
            <pc:docMk/>
            <pc:sldMk cId="0" sldId="267"/>
            <ac:spMk id="13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6T07:37:47.922" v="3082" actId="478"/>
          <ac:spMkLst>
            <pc:docMk/>
            <pc:sldMk cId="0" sldId="267"/>
            <ac:spMk id="14" creationId="{00000000-0000-0000-0000-000000000000}"/>
          </ac:spMkLst>
        </pc:spChg>
        <pc:spChg chg="mod">
          <ac:chgData name="Pradum Gupta" userId="8f7d132e2c6e5478" providerId="LiveId" clId="{4E709043-DFC2-4C4E-BB28-C8137D6BEFB4}" dt="2026-09-16T07:38:03.796" v="3142" actId="1037"/>
          <ac:spMkLst>
            <pc:docMk/>
            <pc:sldMk cId="0" sldId="267"/>
            <ac:spMk id="15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6T07:37:47.922" v="3082" actId="478"/>
          <ac:spMkLst>
            <pc:docMk/>
            <pc:sldMk cId="0" sldId="267"/>
            <ac:spMk id="16" creationId="{00000000-0000-0000-0000-000000000000}"/>
          </ac:spMkLst>
        </pc:spChg>
        <pc:spChg chg="mod">
          <ac:chgData name="Pradum Gupta" userId="8f7d132e2c6e5478" providerId="LiveId" clId="{4E709043-DFC2-4C4E-BB28-C8137D6BEFB4}" dt="2026-09-16T07:38:03.796" v="3142" actId="1037"/>
          <ac:spMkLst>
            <pc:docMk/>
            <pc:sldMk cId="0" sldId="267"/>
            <ac:spMk id="17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6T07:37:47.922" v="3082" actId="478"/>
          <ac:spMkLst>
            <pc:docMk/>
            <pc:sldMk cId="0" sldId="267"/>
            <ac:spMk id="18" creationId="{00000000-0000-0000-0000-000000000000}"/>
          </ac:spMkLst>
        </pc:spChg>
        <pc:spChg chg="mod">
          <ac:chgData name="Pradum Gupta" userId="8f7d132e2c6e5478" providerId="LiveId" clId="{4E709043-DFC2-4C4E-BB28-C8137D6BEFB4}" dt="2026-09-16T07:38:03.796" v="3142" actId="1037"/>
          <ac:spMkLst>
            <pc:docMk/>
            <pc:sldMk cId="0" sldId="267"/>
            <ac:spMk id="19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6T07:37:47.922" v="3082" actId="478"/>
          <ac:spMkLst>
            <pc:docMk/>
            <pc:sldMk cId="0" sldId="267"/>
            <ac:spMk id="20" creationId="{00000000-0000-0000-0000-000000000000}"/>
          </ac:spMkLst>
        </pc:spChg>
        <pc:spChg chg="mod">
          <ac:chgData name="Pradum Gupta" userId="8f7d132e2c6e5478" providerId="LiveId" clId="{4E709043-DFC2-4C4E-BB28-C8137D6BEFB4}" dt="2026-09-16T07:38:03.796" v="3142" actId="1037"/>
          <ac:spMkLst>
            <pc:docMk/>
            <pc:sldMk cId="0" sldId="267"/>
            <ac:spMk id="21" creationId="{00000000-0000-0000-0000-000000000000}"/>
          </ac:spMkLst>
        </pc:spChg>
        <pc:spChg chg="del mod">
          <ac:chgData name="Pradum Gupta" userId="8f7d132e2c6e5478" providerId="LiveId" clId="{4E709043-DFC2-4C4E-BB28-C8137D6BEFB4}" dt="2026-09-16T07:37:47.922" v="3082" actId="478"/>
          <ac:spMkLst>
            <pc:docMk/>
            <pc:sldMk cId="0" sldId="267"/>
            <ac:spMk id="22" creationId="{00000000-0000-0000-0000-000000000000}"/>
          </ac:spMkLst>
        </pc:spChg>
        <pc:spChg chg="mod">
          <ac:chgData name="Pradum Gupta" userId="8f7d132e2c6e5478" providerId="LiveId" clId="{4E709043-DFC2-4C4E-BB28-C8137D6BEFB4}" dt="2026-09-16T07:38:03.796" v="3142" actId="1037"/>
          <ac:spMkLst>
            <pc:docMk/>
            <pc:sldMk cId="0" sldId="267"/>
            <ac:spMk id="23" creationId="{00000000-0000-0000-0000-000000000000}"/>
          </ac:spMkLst>
        </pc:spChg>
      </pc:sldChg>
      <pc:sldChg chg="new del">
        <pc:chgData name="Pradum Gupta" userId="8f7d132e2c6e5478" providerId="LiveId" clId="{4E709043-DFC2-4C4E-BB28-C8137D6BEFB4}" dt="2026-09-15T17:29:53.457" v="154" actId="2696"/>
        <pc:sldMkLst>
          <pc:docMk/>
          <pc:sldMk cId="4049790429" sldId="268"/>
        </pc:sldMkLst>
      </pc:sldChg>
      <pc:sldChg chg="modSp add mod">
        <pc:chgData name="Pradum Gupta" userId="8f7d132e2c6e5478" providerId="LiveId" clId="{4E709043-DFC2-4C4E-BB28-C8137D6BEFB4}" dt="2026-09-16T07:54:00.012" v="3491" actId="20577"/>
        <pc:sldMkLst>
          <pc:docMk/>
          <pc:sldMk cId="2380091429" sldId="269"/>
        </pc:sldMkLst>
        <pc:spChg chg="mod">
          <ac:chgData name="Pradum Gupta" userId="8f7d132e2c6e5478" providerId="LiveId" clId="{4E709043-DFC2-4C4E-BB28-C8137D6BEFB4}" dt="2026-09-15T17:34:27.736" v="223" actId="207"/>
          <ac:spMkLst>
            <pc:docMk/>
            <pc:sldMk cId="2380091429" sldId="269"/>
            <ac:spMk id="4" creationId="{84AFDDF4-B594-2257-78A5-5C8BB86A890A}"/>
          </ac:spMkLst>
        </pc:spChg>
        <pc:spChg chg="mod">
          <ac:chgData name="Pradum Gupta" userId="8f7d132e2c6e5478" providerId="LiveId" clId="{4E709043-DFC2-4C4E-BB28-C8137D6BEFB4}" dt="2026-09-16T07:53:53.952" v="3487" actId="20577"/>
          <ac:spMkLst>
            <pc:docMk/>
            <pc:sldMk cId="2380091429" sldId="269"/>
            <ac:spMk id="5" creationId="{1465CB26-3F1E-B14F-9091-F2BBE50EA060}"/>
          </ac:spMkLst>
        </pc:spChg>
        <pc:spChg chg="mod">
          <ac:chgData name="Pradum Gupta" userId="8f7d132e2c6e5478" providerId="LiveId" clId="{4E709043-DFC2-4C4E-BB28-C8137D6BEFB4}" dt="2026-09-15T17:34:27.736" v="223" actId="207"/>
          <ac:spMkLst>
            <pc:docMk/>
            <pc:sldMk cId="2380091429" sldId="269"/>
            <ac:spMk id="7" creationId="{3E967952-033D-A070-4795-61B3F790F879}"/>
          </ac:spMkLst>
        </pc:spChg>
        <pc:spChg chg="mod">
          <ac:chgData name="Pradum Gupta" userId="8f7d132e2c6e5478" providerId="LiveId" clId="{4E709043-DFC2-4C4E-BB28-C8137D6BEFB4}" dt="2026-09-15T17:34:27.736" v="223" actId="207"/>
          <ac:spMkLst>
            <pc:docMk/>
            <pc:sldMk cId="2380091429" sldId="269"/>
            <ac:spMk id="8" creationId="{AD96B96D-BC1E-F0CC-4B94-DEDCCFA0AF0C}"/>
          </ac:spMkLst>
        </pc:spChg>
        <pc:spChg chg="mod">
          <ac:chgData name="Pradum Gupta" userId="8f7d132e2c6e5478" providerId="LiveId" clId="{4E709043-DFC2-4C4E-BB28-C8137D6BEFB4}" dt="2026-09-16T07:54:00.012" v="3491" actId="20577"/>
          <ac:spMkLst>
            <pc:docMk/>
            <pc:sldMk cId="2380091429" sldId="269"/>
            <ac:spMk id="9" creationId="{D47F5D45-6754-84D1-0EF9-FC2F0B8B7071}"/>
          </ac:spMkLst>
        </pc:spChg>
        <pc:picChg chg="mod">
          <ac:chgData name="Pradum Gupta" userId="8f7d132e2c6e5478" providerId="LiveId" clId="{4E709043-DFC2-4C4E-BB28-C8137D6BEFB4}" dt="2026-09-15T17:34:27.736" v="223" actId="207"/>
          <ac:picMkLst>
            <pc:docMk/>
            <pc:sldMk cId="2380091429" sldId="269"/>
            <ac:picMk id="6" creationId="{D6BE7277-1FF3-4838-E520-BCAF51DFC99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5433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749808"/>
            <a:ext cx="11365992" cy="0"/>
          </a:xfrm>
          <a:prstGeom prst="line">
            <a:avLst/>
          </a:prstGeom>
          <a:noFill/>
          <a:ln w="1524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20624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B.Tech Project | Assessment-I | Group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326880" y="6510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NIT Nagaland | ECE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99488-6CF0-13B4-8156-E97870D08E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B9D0D8-F059-52EE-7C63-C493751384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FF4CA4-5E6F-CDE2-7D4A-7A5150379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D1D34-85EE-4E24-8398-DF3937D6D96E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6790E-477A-E73A-29E2-C2E185D2C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55DD8-76E0-219C-4ADE-7A9A92EBE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BDBAA-783B-4DB2-B9EC-77553A62F4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680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AFDDF4-B594-2257-78A5-5C8BB86A890A}"/>
              </a:ext>
            </a:extLst>
          </p:cNvPr>
          <p:cNvSpPr txBox="1"/>
          <p:nvPr/>
        </p:nvSpPr>
        <p:spPr>
          <a:xfrm>
            <a:off x="1170709" y="469841"/>
            <a:ext cx="9850581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in Self Technique (BIST) for Diagnosis of Delay Faults in Cluster-Based FPGAs (Field Programmable Gate Arrays)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65CB26-3F1E-B14F-9091-F2BBE50EA060}"/>
              </a:ext>
            </a:extLst>
          </p:cNvPr>
          <p:cNvSpPr txBox="1"/>
          <p:nvPr/>
        </p:nvSpPr>
        <p:spPr>
          <a:xfrm>
            <a:off x="4007457" y="1455963"/>
            <a:ext cx="407902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Work – Phase I (EC -  404</a:t>
            </a:r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BE7277-1FF3-4838-E520-BCAF51DFC9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1345" y="2006458"/>
            <a:ext cx="1631244" cy="1636423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E967952-033D-A070-4795-61B3F790F879}"/>
              </a:ext>
            </a:extLst>
          </p:cNvPr>
          <p:cNvSpPr txBox="1"/>
          <p:nvPr/>
        </p:nvSpPr>
        <p:spPr>
          <a:xfrm>
            <a:off x="2743201" y="3793266"/>
            <a:ext cx="6490852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and Communication Engineering</a:t>
            </a: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Institute of Technology Nagaland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96B96D-BC1E-F0CC-4B94-DEDCCFA0AF0C}"/>
              </a:ext>
            </a:extLst>
          </p:cNvPr>
          <p:cNvSpPr txBox="1"/>
          <p:nvPr/>
        </p:nvSpPr>
        <p:spPr>
          <a:xfrm>
            <a:off x="855236" y="4699220"/>
            <a:ext cx="4458814" cy="147732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</a:t>
            </a:r>
          </a:p>
          <a:p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Madhusudan Singh</a:t>
            </a:r>
          </a:p>
          <a:p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Electronics and Communication Engineering</a:t>
            </a:r>
          </a:p>
          <a:p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NIT Nagaland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D47F5D45-6754-84D1-0EF9-FC2F0B8B7071}"/>
              </a:ext>
            </a:extLst>
          </p:cNvPr>
          <p:cNvSpPr txBox="1"/>
          <p:nvPr/>
        </p:nvSpPr>
        <p:spPr>
          <a:xfrm>
            <a:off x="7432691" y="4699220"/>
            <a:ext cx="3602723" cy="9233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Group No. 1</a:t>
            </a:r>
          </a:p>
          <a:p>
            <a:r>
              <a:rPr lang="en-IN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Pradum Kumar Gupta (2023104338)</a:t>
            </a:r>
          </a:p>
          <a:p>
            <a:r>
              <a:rPr lang="en-IN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Prince Raj (2023104339)</a:t>
            </a:r>
          </a:p>
        </p:txBody>
      </p:sp>
    </p:spTree>
    <p:extLst>
      <p:ext uri="{BB962C8B-B14F-4D97-AF65-F5344CB8AC3E}">
        <p14:creationId xmlns:p14="http://schemas.microsoft.com/office/powerpoint/2010/main" val="2380091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515030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"/>
              </a:defRPr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Content</a:t>
            </a:r>
            <a:endParaRPr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85800" y="1051560"/>
            <a:ext cx="10561320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29535" y="1153739"/>
            <a:ext cx="3557384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  <a:defRPr sz="1800">
                <a:solidFill>
                  <a:srgbClr val="222222"/>
                </a:solidFill>
              </a:defRPr>
            </a:pPr>
            <a:r>
              <a:rPr dirty="0">
                <a:latin typeface="+mj-lt"/>
              </a:rPr>
              <a:t>Problem Statement &amp; 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9535" y="1629227"/>
            <a:ext cx="3605282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  <a:defRPr sz="1800">
                <a:solidFill>
                  <a:srgbClr val="222222"/>
                </a:solidFill>
              </a:defRPr>
            </a:pPr>
            <a:r>
              <a:rPr dirty="0">
                <a:latin typeface="+mj-lt"/>
              </a:rPr>
              <a:t>Existing Work / Literature Survey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9535" y="2104715"/>
            <a:ext cx="3070071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  <a:defRPr sz="1800">
                <a:solidFill>
                  <a:srgbClr val="222222"/>
                </a:solidFill>
              </a:defRPr>
            </a:pPr>
            <a:r>
              <a:rPr dirty="0">
                <a:latin typeface="+mj-lt"/>
              </a:rPr>
              <a:t>Research / Engineering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535" y="2580203"/>
            <a:ext cx="2172390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  <a:defRPr sz="1800">
                <a:solidFill>
                  <a:srgbClr val="222222"/>
                </a:solidFill>
              </a:defRPr>
            </a:pPr>
            <a:r>
              <a:rPr>
                <a:latin typeface="+mj-lt"/>
              </a:rPr>
              <a:t>Project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9535" y="3055691"/>
            <a:ext cx="4712316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  <a:defRPr sz="1800">
                <a:solidFill>
                  <a:srgbClr val="222222"/>
                </a:solidFill>
              </a:defRPr>
            </a:pPr>
            <a:r>
              <a:rPr dirty="0">
                <a:latin typeface="+mj-lt"/>
              </a:rPr>
              <a:t>Objective–Methodology–Work Plan Mapping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535" y="3531179"/>
            <a:ext cx="4692375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  <a:defRPr sz="1800">
                <a:solidFill>
                  <a:srgbClr val="222222"/>
                </a:solidFill>
              </a:defRPr>
            </a:pPr>
            <a:r>
              <a:rPr dirty="0">
                <a:latin typeface="+mj-lt"/>
              </a:rPr>
              <a:t>Proposed Methodology / System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9535" y="4006667"/>
            <a:ext cx="2923877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  <a:defRPr sz="1800">
                <a:solidFill>
                  <a:srgbClr val="222222"/>
                </a:solidFill>
              </a:defRPr>
            </a:pPr>
            <a:r>
              <a:rPr dirty="0">
                <a:latin typeface="+mj-lt"/>
              </a:rPr>
              <a:t>Work Completed Till 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9535" y="4482155"/>
            <a:ext cx="4507131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  <a:defRPr sz="1800">
                <a:solidFill>
                  <a:srgbClr val="222222"/>
                </a:solidFill>
              </a:defRPr>
            </a:pPr>
            <a:r>
              <a:rPr dirty="0">
                <a:latin typeface="+mj-lt"/>
              </a:rPr>
              <a:t>Weekly Progress &amp; Individual Contribution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9535" y="4957642"/>
            <a:ext cx="3884461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  <a:defRPr sz="1800">
                <a:solidFill>
                  <a:srgbClr val="222222"/>
                </a:solidFill>
              </a:defRPr>
            </a:pPr>
            <a:r>
              <a:rPr dirty="0">
                <a:latin typeface="+mj-lt"/>
              </a:rPr>
              <a:t>Next Milestones up to Assessment-II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9535" y="5433130"/>
            <a:ext cx="1499128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  <a:defRPr sz="1800">
                <a:solidFill>
                  <a:srgbClr val="222222"/>
                </a:solidFill>
              </a:defRPr>
            </a:pPr>
            <a:r>
              <a:rPr dirty="0">
                <a:latin typeface="+mj-lt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9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 &amp; Motivation</a:t>
            </a:r>
            <a:endParaRPr lang="en-US" sz="2900" dirty="0"/>
          </a:p>
        </p:txBody>
      </p:sp>
      <p:sp>
        <p:nvSpPr>
          <p:cNvPr id="43" name="Text 41"/>
          <p:cNvSpPr/>
          <p:nvPr/>
        </p:nvSpPr>
        <p:spPr>
          <a:xfrm>
            <a:off x="5632704" y="1133856"/>
            <a:ext cx="5897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exact problem?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5632704" y="3256456"/>
            <a:ext cx="5394960" cy="929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500" dirty="0">
                <a:latin typeface="+mj-lt"/>
              </a:rPr>
              <a:t>The internal clock speed of FPGA is very high (approx. </a:t>
            </a:r>
            <a:r>
              <a:rPr lang="en-IN" sz="1500" dirty="0">
                <a:latin typeface="+mj-lt"/>
              </a:rPr>
              <a:t>300 MHz to over 1 GHz), so t</a:t>
            </a:r>
            <a:r>
              <a:rPr lang="en-US" sz="1500" dirty="0">
                <a:latin typeface="+mj-lt"/>
              </a:rPr>
              <a:t>esting the FPGA at that high speed is not possible with the help of External Automatic Test Equipment (ATE) because it operates much slower than the FPGA’s internal clock speeds. </a:t>
            </a:r>
          </a:p>
        </p:txBody>
      </p:sp>
      <p:sp>
        <p:nvSpPr>
          <p:cNvPr id="47" name="Shape 45"/>
          <p:cNvSpPr/>
          <p:nvPr/>
        </p:nvSpPr>
        <p:spPr>
          <a:xfrm>
            <a:off x="5650992" y="4389115"/>
            <a:ext cx="1572768" cy="310896"/>
          </a:xfrm>
          <a:prstGeom prst="roundRect">
            <a:avLst>
              <a:gd name="adj" fmla="val 23529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EAF2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5650992" y="4398259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650992" y="4765212"/>
            <a:ext cx="5577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n-US" sz="15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</a:t>
            </a:r>
            <a:r>
              <a:rPr lang="en-US" sz="1500" dirty="0">
                <a:latin typeface="+mj-lt"/>
                <a:ea typeface="Times New Roman" pitchFamily="34" charset="-122"/>
                <a:cs typeface="Times New Roman" pitchFamily="34" charset="-120"/>
              </a:rPr>
              <a:t>Substitute of the expensive Testers. </a:t>
            </a:r>
          </a:p>
          <a:p>
            <a:r>
              <a:rPr lang="en-US" sz="1500" dirty="0">
                <a:latin typeface="+mj-lt"/>
                <a:ea typeface="Times New Roman" pitchFamily="34" charset="-122"/>
                <a:cs typeface="Times New Roman" pitchFamily="34" charset="-120"/>
              </a:rPr>
              <a:t>• A</a:t>
            </a:r>
            <a:r>
              <a:rPr lang="en-US" sz="1500" dirty="0">
                <a:latin typeface="+mj-lt"/>
              </a:rPr>
              <a:t>cts as an internal, automated doctor for a chip, allowing it to test its own hardware at full operational speed.</a:t>
            </a:r>
          </a:p>
          <a:p>
            <a:r>
              <a:rPr lang="en-US" sz="1500" dirty="0">
                <a:latin typeface="+mj-lt"/>
                <a:ea typeface="Times New Roman" pitchFamily="34" charset="-122"/>
                <a:cs typeface="Times New Roman" pitchFamily="34" charset="-120"/>
              </a:rPr>
              <a:t>• You can modify the testing logic according to your needs.</a:t>
            </a:r>
            <a:endParaRPr lang="en-US" sz="1500" dirty="0">
              <a:latin typeface="+mj-lt"/>
            </a:endParaRPr>
          </a:p>
        </p:txBody>
      </p:sp>
      <p:sp>
        <p:nvSpPr>
          <p:cNvPr id="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>
                <a:solidFill>
                  <a:schemeClr val="tx1"/>
                </a:solidFill>
              </a:rPr>
              <a:t>3</a:t>
            </a:fld>
            <a:endParaRPr lang="en-US">
              <a:solidFill>
                <a:schemeClr val="tx1"/>
              </a:solidFill>
            </a:endParaRPr>
          </a:p>
        </p:txBody>
      </p:sp>
      <p:pic>
        <p:nvPicPr>
          <p:cNvPr id="1026" name="Picture 2" descr="FPGA (Field Programmable Gate Arrays) - Architecture block diagram, Working  principle, Example Problems">
            <a:extLst>
              <a:ext uri="{FF2B5EF4-FFF2-40B4-BE49-F238E27FC236}">
                <a16:creationId xmlns:a16="http://schemas.microsoft.com/office/drawing/2014/main" id="{F4D83AA3-12BB-50BF-A2B0-76B2B23C69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03"/>
          <a:stretch>
            <a:fillRect/>
          </a:stretch>
        </p:blipFill>
        <p:spPr bwMode="auto">
          <a:xfrm>
            <a:off x="311331" y="1115899"/>
            <a:ext cx="5165925" cy="4388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Shape 45">
            <a:extLst>
              <a:ext uri="{FF2B5EF4-FFF2-40B4-BE49-F238E27FC236}">
                <a16:creationId xmlns:a16="http://schemas.microsoft.com/office/drawing/2014/main" id="{C6E89B02-7E88-F863-932D-A68F99340664}"/>
              </a:ext>
            </a:extLst>
          </p:cNvPr>
          <p:cNvSpPr/>
          <p:nvPr/>
        </p:nvSpPr>
        <p:spPr>
          <a:xfrm>
            <a:off x="5657852" y="2947748"/>
            <a:ext cx="1379765" cy="310896"/>
          </a:xfrm>
          <a:prstGeom prst="roundRect">
            <a:avLst>
              <a:gd name="adj" fmla="val 23529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EAF2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46">
            <a:extLst>
              <a:ext uri="{FF2B5EF4-FFF2-40B4-BE49-F238E27FC236}">
                <a16:creationId xmlns:a16="http://schemas.microsoft.com/office/drawing/2014/main" id="{73CE2FD2-31BF-7489-3F44-DE7CD5F9562F}"/>
              </a:ext>
            </a:extLst>
          </p:cNvPr>
          <p:cNvSpPr/>
          <p:nvPr/>
        </p:nvSpPr>
        <p:spPr>
          <a:xfrm>
            <a:off x="5561350" y="295470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latin typeface="Times New Roman" pitchFamily="34" charset="0"/>
                <a:cs typeface="Times New Roman" pitchFamily="34" charset="-120"/>
              </a:rPr>
              <a:t>SPEED OF FPGA</a:t>
            </a:r>
            <a:endParaRPr lang="en-US" sz="1200" dirty="0"/>
          </a:p>
        </p:txBody>
      </p:sp>
      <p:sp>
        <p:nvSpPr>
          <p:cNvPr id="5" name="Text 43">
            <a:extLst>
              <a:ext uri="{FF2B5EF4-FFF2-40B4-BE49-F238E27FC236}">
                <a16:creationId xmlns:a16="http://schemas.microsoft.com/office/drawing/2014/main" id="{322052E1-54F3-1B04-F175-418845189362}"/>
              </a:ext>
            </a:extLst>
          </p:cNvPr>
          <p:cNvSpPr/>
          <p:nvPr/>
        </p:nvSpPr>
        <p:spPr>
          <a:xfrm>
            <a:off x="5649932" y="1810647"/>
            <a:ext cx="5394960" cy="929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500" dirty="0">
                <a:latin typeface="+mj-lt"/>
              </a:rPr>
              <a:t>A defect where logic function correctly at low speeds, but signal propagation time exceeds the operational clock period causing setup time violations.</a:t>
            </a:r>
          </a:p>
        </p:txBody>
      </p:sp>
      <p:sp>
        <p:nvSpPr>
          <p:cNvPr id="6" name="Shape 45">
            <a:extLst>
              <a:ext uri="{FF2B5EF4-FFF2-40B4-BE49-F238E27FC236}">
                <a16:creationId xmlns:a16="http://schemas.microsoft.com/office/drawing/2014/main" id="{4B8D554D-0C05-65E0-1FE8-B98DFD230F90}"/>
              </a:ext>
            </a:extLst>
          </p:cNvPr>
          <p:cNvSpPr/>
          <p:nvPr/>
        </p:nvSpPr>
        <p:spPr>
          <a:xfrm>
            <a:off x="5675080" y="1486035"/>
            <a:ext cx="1379765" cy="310896"/>
          </a:xfrm>
          <a:prstGeom prst="roundRect">
            <a:avLst>
              <a:gd name="adj" fmla="val 23529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EAF2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6">
            <a:extLst>
              <a:ext uri="{FF2B5EF4-FFF2-40B4-BE49-F238E27FC236}">
                <a16:creationId xmlns:a16="http://schemas.microsoft.com/office/drawing/2014/main" id="{39C67130-7479-5876-6627-EE062544ABA5}"/>
              </a:ext>
            </a:extLst>
          </p:cNvPr>
          <p:cNvSpPr/>
          <p:nvPr/>
        </p:nvSpPr>
        <p:spPr>
          <a:xfrm>
            <a:off x="5578578" y="1508895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latin typeface="Times New Roman" pitchFamily="34" charset="0"/>
                <a:cs typeface="Times New Roman" pitchFamily="34" charset="-120"/>
              </a:rPr>
              <a:t>DELAY FAULT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900" b="1" dirty="0">
                <a:latin typeface="+mj-lt"/>
                <a:ea typeface="Times New Roman" pitchFamily="34" charset="-122"/>
                <a:cs typeface="Times New Roman" pitchFamily="34" charset="-120"/>
              </a:rPr>
              <a:t>Existing Work / Literature Survey</a:t>
            </a:r>
            <a:endParaRPr lang="en-US" sz="2900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881360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latin typeface="+mj-lt"/>
                <a:ea typeface="Times New Roman" pitchFamily="34" charset="-122"/>
                <a:cs typeface="Times New Roman" pitchFamily="34" charset="-120"/>
              </a:rPr>
              <a:t>Reference studied in the weekly work: Das et al., IET Computers &amp; Digital Techniques (2013) [1]</a:t>
            </a:r>
            <a:endParaRPr lang="en-US" sz="1300" dirty="0">
              <a:latin typeface="+mj-lt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658368" cy="530352"/>
          </a:xfrm>
          <a:prstGeom prst="rect">
            <a:avLst/>
          </a:prstGeom>
          <a:solidFill>
            <a:schemeClr val="bg1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8841" y="1463040"/>
            <a:ext cx="640263" cy="3200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latin typeface="+mj-lt"/>
                <a:ea typeface="Times New Roman" pitchFamily="34" charset="-122"/>
                <a:cs typeface="Times New Roman" pitchFamily="34" charset="-120"/>
              </a:rPr>
              <a:t>Ref</a:t>
            </a:r>
            <a:r>
              <a:rPr lang="en-US" sz="1200" b="1" dirty="0">
                <a:latin typeface="+mj-lt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200" dirty="0">
              <a:latin typeface="+mj-l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225296" y="1371600"/>
            <a:ext cx="2057400" cy="530352"/>
          </a:xfrm>
          <a:prstGeom prst="rect">
            <a:avLst/>
          </a:prstGeom>
          <a:solidFill>
            <a:schemeClr val="bg1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71016" y="1463040"/>
            <a:ext cx="1965960" cy="3200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latin typeface="+mj-lt"/>
                <a:ea typeface="Times New Roman" pitchFamily="34" charset="-122"/>
                <a:cs typeface="Times New Roman" pitchFamily="34" charset="-120"/>
              </a:rPr>
              <a:t>Method / Component</a:t>
            </a:r>
            <a:endParaRPr lang="en-US" sz="1200" dirty="0">
              <a:latin typeface="+mj-lt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82696" y="1371600"/>
            <a:ext cx="3886200" cy="530352"/>
          </a:xfrm>
          <a:prstGeom prst="rect">
            <a:avLst/>
          </a:prstGeom>
          <a:solidFill>
            <a:schemeClr val="bg1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9" name="Text 7"/>
          <p:cNvSpPr/>
          <p:nvPr/>
        </p:nvSpPr>
        <p:spPr>
          <a:xfrm>
            <a:off x="3328416" y="1463040"/>
            <a:ext cx="3794760" cy="3200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latin typeface="+mj-lt"/>
                <a:ea typeface="Times New Roman" pitchFamily="34" charset="-122"/>
                <a:cs typeface="Times New Roman" pitchFamily="34" charset="-120"/>
              </a:rPr>
              <a:t>Major outcome studied</a:t>
            </a:r>
            <a:endParaRPr lang="en-US" sz="1400" dirty="0">
              <a:latin typeface="+mj-lt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168896" y="1371600"/>
            <a:ext cx="4572000" cy="530352"/>
          </a:xfrm>
          <a:prstGeom prst="rect">
            <a:avLst/>
          </a:prstGeom>
          <a:solidFill>
            <a:schemeClr val="bg1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214616" y="1463040"/>
            <a:ext cx="4480560" cy="3200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latin typeface="+mj-lt"/>
                <a:ea typeface="Times New Roman" pitchFamily="34" charset="-122"/>
                <a:cs typeface="Times New Roman" pitchFamily="34" charset="-120"/>
              </a:rPr>
              <a:t>Implementation note</a:t>
            </a:r>
            <a:endParaRPr lang="en-US" sz="1400" dirty="0">
              <a:latin typeface="+mj-lt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66928" y="1901952"/>
            <a:ext cx="658368" cy="932688"/>
          </a:xfrm>
          <a:prstGeom prst="rect">
            <a:avLst/>
          </a:prstGeom>
          <a:solidFill>
            <a:schemeClr val="bg1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2011680"/>
            <a:ext cx="512064" cy="7315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latin typeface="+mj-lt"/>
                <a:ea typeface="Times New Roman" pitchFamily="34" charset="-122"/>
                <a:cs typeface="Times New Roman" pitchFamily="34" charset="-120"/>
              </a:rPr>
              <a:t>[1]</a:t>
            </a:r>
            <a:endParaRPr lang="en-US" sz="1100" dirty="0">
              <a:latin typeface="+mj-lt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225296" y="1901952"/>
            <a:ext cx="2057400" cy="932688"/>
          </a:xfrm>
          <a:prstGeom prst="rect">
            <a:avLst/>
          </a:prstGeom>
          <a:solidFill>
            <a:schemeClr val="bg1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298448" y="2011680"/>
            <a:ext cx="1911096" cy="7315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latin typeface="+mj-lt"/>
                <a:ea typeface="Times New Roman" pitchFamily="34" charset="-122"/>
                <a:cs typeface="Times New Roman" pitchFamily="34" charset="-120"/>
              </a:rPr>
              <a:t>LUT testing</a:t>
            </a:r>
            <a:endParaRPr lang="en-US" sz="1400" dirty="0">
              <a:latin typeface="+mj-lt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282696" y="1901952"/>
            <a:ext cx="3886200" cy="932688"/>
          </a:xfrm>
          <a:prstGeom prst="rect">
            <a:avLst/>
          </a:prstGeom>
          <a:solidFill>
            <a:schemeClr val="bg1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355848" y="2011680"/>
            <a:ext cx="3739896" cy="7315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latin typeface="+mj-lt"/>
              </a:rPr>
              <a:t>Isolates internal propagation delay from interconnect wire delay using chained LUT configurations and D-Flip Flop register bounding.</a:t>
            </a:r>
          </a:p>
        </p:txBody>
      </p:sp>
      <p:sp>
        <p:nvSpPr>
          <p:cNvPr id="18" name="Shape 16"/>
          <p:cNvSpPr/>
          <p:nvPr/>
        </p:nvSpPr>
        <p:spPr>
          <a:xfrm>
            <a:off x="7168896" y="1901952"/>
            <a:ext cx="4572000" cy="932688"/>
          </a:xfrm>
          <a:prstGeom prst="rect">
            <a:avLst/>
          </a:prstGeom>
          <a:solidFill>
            <a:schemeClr val="bg1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242048" y="2011680"/>
            <a:ext cx="4425696" cy="7315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400" dirty="0">
                <a:latin typeface="+mj-lt"/>
              </a:rPr>
              <a:t>Needs too many reconfigurations; leaves unselected internal paths and pin asymmetries untested.</a:t>
            </a:r>
          </a:p>
        </p:txBody>
      </p:sp>
      <p:sp>
        <p:nvSpPr>
          <p:cNvPr id="20" name="Shape 18"/>
          <p:cNvSpPr/>
          <p:nvPr/>
        </p:nvSpPr>
        <p:spPr>
          <a:xfrm>
            <a:off x="566928" y="2834640"/>
            <a:ext cx="658368" cy="932688"/>
          </a:xfrm>
          <a:prstGeom prst="rect">
            <a:avLst/>
          </a:prstGeom>
          <a:solidFill>
            <a:schemeClr val="bg1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0080" y="2944368"/>
            <a:ext cx="512064" cy="7315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latin typeface="+mj-lt"/>
                <a:ea typeface="Times New Roman" pitchFamily="34" charset="-122"/>
                <a:cs typeface="Times New Roman" pitchFamily="34" charset="-120"/>
              </a:rPr>
              <a:t>[1]</a:t>
            </a:r>
            <a:endParaRPr lang="en-US" sz="1100" dirty="0">
              <a:latin typeface="+mj-lt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225296" y="2834640"/>
            <a:ext cx="2057400" cy="932688"/>
          </a:xfrm>
          <a:prstGeom prst="rect">
            <a:avLst/>
          </a:prstGeom>
          <a:solidFill>
            <a:schemeClr val="bg1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298448" y="2944368"/>
            <a:ext cx="1911096" cy="7315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latin typeface="+mj-lt"/>
                <a:ea typeface="Times New Roman" pitchFamily="34" charset="-122"/>
                <a:cs typeface="Times New Roman" pitchFamily="34" charset="-120"/>
              </a:rPr>
              <a:t>Multiplexer testing</a:t>
            </a:r>
            <a:endParaRPr lang="en-US" sz="1400" dirty="0">
              <a:latin typeface="+mj-lt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282696" y="2834640"/>
            <a:ext cx="3886200" cy="932688"/>
          </a:xfrm>
          <a:prstGeom prst="rect">
            <a:avLst/>
          </a:prstGeom>
          <a:solidFill>
            <a:schemeClr val="bg1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355848" y="2944368"/>
            <a:ext cx="3739896" cy="7315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latin typeface="+mj-lt"/>
                <a:ea typeface="Times New Roman" pitchFamily="34" charset="-122"/>
                <a:cs typeface="Times New Roman" pitchFamily="34" charset="-120"/>
              </a:rPr>
              <a:t>Tests input and select paths with controlled transitions and divides the MUX to locate the faulty part.</a:t>
            </a:r>
            <a:endParaRPr lang="en-US" sz="1400" dirty="0">
              <a:latin typeface="+mj-lt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168896" y="2834640"/>
            <a:ext cx="4572000" cy="932688"/>
          </a:xfrm>
          <a:prstGeom prst="rect">
            <a:avLst/>
          </a:prstGeom>
          <a:solidFill>
            <a:schemeClr val="bg1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242048" y="2944368"/>
            <a:ext cx="4425696" cy="7315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400" dirty="0"/>
              <a:t>Hold select lines stable while toggling data inputs (and vice-versa) to prevent race conditions and transient glitches</a:t>
            </a:r>
            <a:endParaRPr lang="en-US" sz="1400" dirty="0">
              <a:latin typeface="+mj-lt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66928" y="3767328"/>
            <a:ext cx="658368" cy="932688"/>
          </a:xfrm>
          <a:prstGeom prst="rect">
            <a:avLst/>
          </a:prstGeom>
          <a:solidFill>
            <a:schemeClr val="bg1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40080" y="3877056"/>
            <a:ext cx="512064" cy="7315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latin typeface="+mj-lt"/>
                <a:ea typeface="Times New Roman" pitchFamily="34" charset="-122"/>
                <a:cs typeface="Times New Roman" pitchFamily="34" charset="-120"/>
              </a:rPr>
              <a:t>[1]</a:t>
            </a:r>
            <a:endParaRPr lang="en-US" sz="1100" dirty="0">
              <a:latin typeface="+mj-lt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1225296" y="3767328"/>
            <a:ext cx="2057400" cy="932688"/>
          </a:xfrm>
          <a:prstGeom prst="rect">
            <a:avLst/>
          </a:prstGeom>
          <a:solidFill>
            <a:schemeClr val="bg1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298448" y="3877056"/>
            <a:ext cx="1911096" cy="7315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latin typeface="+mj-lt"/>
                <a:ea typeface="Times New Roman" pitchFamily="34" charset="-122"/>
                <a:cs typeface="Times New Roman" pitchFamily="34" charset="-120"/>
              </a:rPr>
              <a:t>Arithmetic logic</a:t>
            </a:r>
            <a:endParaRPr lang="en-US" sz="1400" dirty="0">
              <a:latin typeface="+mj-lt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282696" y="3767328"/>
            <a:ext cx="3886200" cy="932688"/>
          </a:xfrm>
          <a:prstGeom prst="rect">
            <a:avLst/>
          </a:prstGeom>
          <a:solidFill>
            <a:schemeClr val="bg1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3355848" y="3877056"/>
            <a:ext cx="3739896" cy="7315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latin typeface="+mj-lt"/>
                <a:cs typeface="Times New Roman" pitchFamily="34" charset="-120"/>
              </a:rPr>
              <a:t>Characterizes propagation delays along dedication fast carry paths (Cout) and sum generation logic using dual- pattern at- speed vectors (V1- V2)</a:t>
            </a:r>
            <a:endParaRPr lang="en-US" sz="1400" dirty="0">
              <a:latin typeface="+mj-lt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168896" y="3767328"/>
            <a:ext cx="4572000" cy="932688"/>
          </a:xfrm>
          <a:prstGeom prst="rect">
            <a:avLst/>
          </a:prstGeom>
          <a:solidFill>
            <a:schemeClr val="bg1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214616" y="3877056"/>
            <a:ext cx="4425696" cy="7315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400" dirty="0"/>
              <a:t>Force adjacent carry inputs to non-controlling states so transition wavefronts propagate cleanly through COUT.</a:t>
            </a:r>
            <a:endParaRPr lang="en-US" sz="1400" dirty="0">
              <a:latin typeface="+mj-lt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66928" y="4700016"/>
            <a:ext cx="658368" cy="932688"/>
          </a:xfrm>
          <a:prstGeom prst="rect">
            <a:avLst/>
          </a:prstGeom>
          <a:solidFill>
            <a:schemeClr val="bg1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40080" y="4809744"/>
            <a:ext cx="512064" cy="7315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latin typeface="+mj-lt"/>
                <a:ea typeface="Times New Roman" pitchFamily="34" charset="-122"/>
                <a:cs typeface="Times New Roman" pitchFamily="34" charset="-120"/>
              </a:rPr>
              <a:t>[1]</a:t>
            </a:r>
            <a:endParaRPr lang="en-US" sz="1100" dirty="0">
              <a:latin typeface="+mj-lt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1225296" y="4700016"/>
            <a:ext cx="2057400" cy="932688"/>
          </a:xfrm>
          <a:prstGeom prst="rect">
            <a:avLst/>
          </a:prstGeom>
          <a:solidFill>
            <a:schemeClr val="bg1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298448" y="4809744"/>
            <a:ext cx="1911096" cy="7315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latin typeface="+mj-lt"/>
                <a:ea typeface="Times New Roman" pitchFamily="34" charset="-122"/>
                <a:cs typeface="Times New Roman" pitchFamily="34" charset="-120"/>
              </a:rPr>
              <a:t>D – Flip Flop</a:t>
            </a:r>
            <a:endParaRPr lang="en-US" sz="1400" dirty="0">
              <a:latin typeface="+mj-lt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3282696" y="4700016"/>
            <a:ext cx="3886200" cy="932688"/>
          </a:xfrm>
          <a:prstGeom prst="rect">
            <a:avLst/>
          </a:prstGeom>
          <a:solidFill>
            <a:schemeClr val="bg1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3355848" y="4809744"/>
            <a:ext cx="3739896" cy="7315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400" dirty="0"/>
              <a:t>Checks setup/hold times, clock-to-Q delays, and timing margins inside CLBs.</a:t>
            </a:r>
            <a:endParaRPr lang="en-US" sz="1400" dirty="0">
              <a:latin typeface="+mj-lt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7168896" y="4700016"/>
            <a:ext cx="4572000" cy="932688"/>
          </a:xfrm>
          <a:prstGeom prst="rect">
            <a:avLst/>
          </a:prstGeom>
          <a:solidFill>
            <a:schemeClr val="bg1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242048" y="4809744"/>
            <a:ext cx="4425696" cy="7315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latin typeface="+mj-lt"/>
              </a:rPr>
              <a:t>Drive D-inputs and sample Q-outputs directly using the adjacent registers to measure Tclk-q and setup margins without routing interference.</a:t>
            </a:r>
          </a:p>
        </p:txBody>
      </p:sp>
      <p:sp>
        <p:nvSpPr>
          <p:cNvPr id="45" name="Text 43"/>
          <p:cNvSpPr/>
          <p:nvPr/>
        </p:nvSpPr>
        <p:spPr>
          <a:xfrm>
            <a:off x="9162288" y="6144768"/>
            <a:ext cx="2011680" cy="16459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latin typeface="+mj-lt"/>
                <a:ea typeface="Times New Roman" pitchFamily="34" charset="-122"/>
                <a:cs typeface="Times New Roman" pitchFamily="34" charset="-120"/>
              </a:rPr>
              <a:t>[1] Full reference listed on Slide 11.</a:t>
            </a:r>
            <a:endParaRPr lang="en-US" sz="900" dirty="0">
              <a:latin typeface="+mj-lt"/>
            </a:endParaRPr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>
                <a:solidFill>
                  <a:schemeClr val="tx1"/>
                </a:solidFill>
                <a:latin typeface="+mj-lt"/>
              </a:rPr>
              <a:t>4</a:t>
            </a:fld>
            <a:endParaRPr lang="en-US">
              <a:solidFill>
                <a:schemeClr val="tx1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10972800" cy="43891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9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/ Engineering Gap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13232" y="1221105"/>
            <a:ext cx="2926080" cy="416052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59536" y="1403985"/>
            <a:ext cx="420624" cy="4206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59536" y="1490853"/>
            <a:ext cx="420624" cy="1828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89888" y="1385697"/>
            <a:ext cx="2011680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theory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1934337"/>
            <a:ext cx="2487168" cy="331393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3-Session Reconfiguration:</a:t>
            </a:r>
            <a:r>
              <a:rPr lang="en-US" sz="1400" dirty="0"/>
              <a:t> </a:t>
            </a:r>
            <a:r>
              <a:rPr lang="en-US" sz="1300" dirty="0"/>
              <a:t>Divides the FPGA logic into three alternating test bitstreams.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CLB Block Partitioning:</a:t>
            </a:r>
            <a:r>
              <a:rPr lang="en-US" sz="1400" dirty="0"/>
              <a:t> </a:t>
            </a:r>
            <a:r>
              <a:rPr lang="en-US" sz="1300" dirty="0"/>
              <a:t>Rotates Logic Blocks between Test Pattern Generators (TPG), Blocks Under Test (BUT), and Output Response Analyzers (ORA).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Comparison-Based Detection:</a:t>
            </a:r>
            <a:r>
              <a:rPr lang="en-US" sz="1400" dirty="0"/>
              <a:t> </a:t>
            </a:r>
            <a:r>
              <a:rPr lang="en-US" sz="1300" dirty="0"/>
              <a:t>Uses XOR gates and dual counters to compare adjacent BUT outputs.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+mj-lt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176422" y="1221104"/>
            <a:ext cx="2926080" cy="4160521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306824" y="1403985"/>
            <a:ext cx="420624" cy="4206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306824" y="1490853"/>
            <a:ext cx="420624" cy="1828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37176" y="1385697"/>
            <a:ext cx="2011680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Current limitation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238045" y="1934336"/>
            <a:ext cx="2767053" cy="3313939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>
            <a:normAutofit fontScale="40000" lnSpcReduction="20000"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3500" b="1" dirty="0">
                <a:latin typeface="+mj-lt"/>
              </a:rPr>
              <a:t>Reconfiguration Overhead:</a:t>
            </a:r>
            <a:r>
              <a:rPr lang="en-US" sz="3500" dirty="0">
                <a:latin typeface="+mj-lt"/>
              </a:rPr>
              <a:t> </a:t>
            </a:r>
            <a:r>
              <a:rPr lang="en-US" sz="3200" dirty="0">
                <a:latin typeface="+mj-lt"/>
              </a:rPr>
              <a:t>Downloading multiple bitstreams via JTAG consumes over ~95% of total test execution time.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3500" b="1" dirty="0">
                <a:latin typeface="+mj-lt"/>
              </a:rPr>
              <a:t>Power Supply Instability: </a:t>
            </a:r>
            <a:r>
              <a:rPr lang="en-US" sz="3200" dirty="0">
                <a:latin typeface="+mj-lt"/>
              </a:rPr>
              <a:t>Unconstrained at speed vector switching triggers Simultaneous Switching Noise (SNN) and core voltage droop</a:t>
            </a:r>
            <a:r>
              <a:rPr lang="en-US" sz="3200" b="1" dirty="0">
                <a:latin typeface="+mj-lt"/>
              </a:rPr>
              <a:t> </a:t>
            </a:r>
            <a:r>
              <a:rPr lang="en-IN" sz="2900" dirty="0">
                <a:latin typeface="+mj-lt"/>
              </a:rPr>
              <a:t>(SSN) and core voltage droop.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3500" b="1" dirty="0">
                <a:latin typeface="+mj-lt"/>
              </a:rPr>
              <a:t>Fault Aliasing</a:t>
            </a:r>
            <a:r>
              <a:rPr lang="en-US" sz="3200" b="1" dirty="0">
                <a:latin typeface="+mj-lt"/>
              </a:rPr>
              <a:t>:</a:t>
            </a:r>
            <a:r>
              <a:rPr lang="en-US" sz="3200" dirty="0">
                <a:latin typeface="+mj-lt"/>
              </a:rPr>
              <a:t> Equal delay faults in adjacent BUTs cancel out during XOR comparison, resulting in false passes.</a:t>
            </a:r>
            <a:endParaRPr lang="en-US" sz="1100" dirty="0">
              <a:latin typeface="+mj-lt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607807" y="1221105"/>
            <a:ext cx="2993517" cy="416052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754112" y="1403985"/>
            <a:ext cx="420624" cy="4206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754112" y="1490853"/>
            <a:ext cx="420624" cy="1828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84464" y="1385697"/>
            <a:ext cx="2011680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7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gap to address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639612" y="1934337"/>
            <a:ext cx="2894276" cy="331393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Scan-Based LBIST &amp; OCC Integration:</a:t>
            </a:r>
            <a:r>
              <a:rPr lang="en-US" sz="1400" dirty="0"/>
              <a:t> </a:t>
            </a:r>
            <a:r>
              <a:rPr lang="en-US" sz="1300" dirty="0"/>
              <a:t>Implement On-Chip Clocking (OCC) to generate precise 2-pulse at-speed launch/capture bursts without reloading bitstreams</a:t>
            </a:r>
            <a:r>
              <a:rPr lang="en-US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MISR Signature Compression:</a:t>
            </a:r>
            <a:r>
              <a:rPr lang="en-US" sz="1400" dirty="0"/>
              <a:t> </a:t>
            </a:r>
            <a:r>
              <a:rPr lang="en-US" sz="1300" dirty="0"/>
              <a:t>Replace simple XOR comparison with a 32-bit MISR hash engine to eliminate fault aliasing.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In-Situ Critical Path Monitors (CPMs):</a:t>
            </a:r>
            <a:r>
              <a:rPr lang="en-US" sz="1400" dirty="0"/>
              <a:t> </a:t>
            </a:r>
            <a:r>
              <a:rPr lang="en-US" sz="1300" dirty="0"/>
              <a:t>Uses real-time shadow registers along critical paths to detect timing degradation from heat, voltage drop, or aging—flagging early warnings for proactive adjustments before system failure.</a:t>
            </a:r>
            <a:endParaRPr lang="en-US" sz="1300" dirty="0">
              <a:latin typeface="Times New Roman" pitchFamily="34" charset="0"/>
              <a:cs typeface="Times New Roman" pitchFamily="34" charset="-120"/>
            </a:endParaRPr>
          </a:p>
          <a:p>
            <a:pPr marL="0" indent="0" algn="l">
              <a:buNone/>
            </a:pPr>
            <a:endParaRPr lang="en-US" sz="1400" dirty="0">
              <a:latin typeface="Times New Roman" pitchFamily="34" charset="0"/>
              <a:cs typeface="Times New Roman" pitchFamily="34" charset="-120"/>
            </a:endParaRPr>
          </a:p>
          <a:p>
            <a:pPr marL="0" indent="0" algn="l">
              <a:buNone/>
            </a:pP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73952"/>
            <a:ext cx="282158" cy="300000"/>
          </a:xfrm>
          <a:prstGeom prst="rect">
            <a:avLst/>
          </a:prstGeom>
          <a:solidFill>
            <a:schemeClr val="bg1"/>
          </a:solidFill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>
                <a:solidFill>
                  <a:schemeClr val="tx1"/>
                </a:solidFill>
              </a:rPr>
              <a:t>5</a:t>
            </a:fld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10972800" cy="43891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9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Objectives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713232" y="1078992"/>
            <a:ext cx="10789920" cy="1042416"/>
          </a:xfrm>
          <a:prstGeom prst="roundRect">
            <a:avLst>
              <a:gd name="adj" fmla="val 9302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 anchor="ctr"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14400" y="1307592"/>
            <a:ext cx="65836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6350">
            <a:solidFill>
              <a:srgbClr val="EAF2F8"/>
            </a:solidFill>
            <a:prstDash val="solid"/>
          </a:ln>
        </p:spPr>
        <p:txBody>
          <a:bodyPr anchor="ctr"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1316736"/>
            <a:ext cx="658368" cy="27432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83080" y="1216152"/>
            <a:ext cx="9372600" cy="78409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IN" sz="1500" b="1" dirty="0">
                <a:latin typeface="+mj-lt"/>
              </a:rPr>
              <a:t>Architectural Design</a:t>
            </a:r>
            <a:endParaRPr lang="en-US" sz="1500" b="1" dirty="0">
              <a:latin typeface="+mj-lt"/>
            </a:endParaRPr>
          </a:p>
          <a:p>
            <a:r>
              <a:rPr lang="en-US" sz="1500" dirty="0">
                <a:latin typeface="+mj-lt"/>
              </a:rPr>
              <a:t>Implement a Scan-Based Logic BIST (LBIST) framework with On-Chip Clocking (OCC) for at-speed delay fault detection, eliminating high bitstream reconfiguration overhead.</a:t>
            </a:r>
          </a:p>
        </p:txBody>
      </p:sp>
      <p:sp>
        <p:nvSpPr>
          <p:cNvPr id="7" name="Shape 5"/>
          <p:cNvSpPr/>
          <p:nvPr/>
        </p:nvSpPr>
        <p:spPr>
          <a:xfrm>
            <a:off x="701040" y="2526030"/>
            <a:ext cx="10789920" cy="979170"/>
          </a:xfrm>
          <a:prstGeom prst="roundRect">
            <a:avLst>
              <a:gd name="adj" fmla="val 9302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 anchor="ctr"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14400" y="2754630"/>
            <a:ext cx="65836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6350">
            <a:solidFill>
              <a:srgbClr val="EAF2F8"/>
            </a:solidFill>
            <a:prstDash val="solid"/>
          </a:ln>
        </p:spPr>
        <p:txBody>
          <a:bodyPr anchor="ctr"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14400" y="2763774"/>
            <a:ext cx="658368" cy="27432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06880" y="2586990"/>
            <a:ext cx="9372600" cy="84201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IN" sz="1600" b="1" dirty="0">
                <a:latin typeface="+mj-lt"/>
              </a:rPr>
              <a:t>Verilog RTL Implementation</a:t>
            </a:r>
            <a:endParaRPr lang="en-IN" sz="1500" b="1" dirty="0">
              <a:latin typeface="+mj-lt"/>
            </a:endParaRPr>
          </a:p>
          <a:p>
            <a:r>
              <a:rPr lang="en-IN" sz="1500" dirty="0">
                <a:latin typeface="+mj-lt"/>
              </a:rPr>
              <a:t>Design and simulate core testing blocks—PRPG, Scan-Mux flip-flops, 2-pulse OCC controller, and 32-bit MISR compression—in Vivado.</a:t>
            </a:r>
            <a:endParaRPr lang="en-US" sz="1500" dirty="0">
              <a:latin typeface="+mj-lt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13232" y="3868293"/>
            <a:ext cx="10789920" cy="1005078"/>
          </a:xfrm>
          <a:prstGeom prst="roundRect">
            <a:avLst>
              <a:gd name="adj" fmla="val 9302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 anchor="ctr"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914400" y="4096893"/>
            <a:ext cx="65836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6350">
            <a:solidFill>
              <a:srgbClr val="EAF2F8"/>
            </a:solidFill>
            <a:prstDash val="solid"/>
          </a:ln>
        </p:spPr>
        <p:txBody>
          <a:bodyPr anchor="ctr"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77824" y="4106037"/>
            <a:ext cx="658368" cy="27432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83080" y="4005452"/>
            <a:ext cx="9372600" cy="680847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IN" sz="1500" b="1" dirty="0">
                <a:latin typeface="+mj-lt"/>
              </a:rPr>
              <a:t>In-Situ Real-Time Health Monitoring</a:t>
            </a:r>
            <a:endParaRPr lang="en-US" sz="1500" b="1" dirty="0">
              <a:latin typeface="+mj-lt"/>
            </a:endParaRPr>
          </a:p>
          <a:p>
            <a:r>
              <a:rPr lang="en-US" sz="1500" dirty="0">
                <a:latin typeface="+mj-lt"/>
              </a:rPr>
              <a:t>Integrate In-Situ Critical Path Monitors (Shadow Registers) to catch early timing slack degradation caused by heat, voltage drop, or transistor aging during live operation.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73952"/>
            <a:ext cx="331143" cy="300000"/>
          </a:xfrm>
          <a:prstGeom prst="rect">
            <a:avLst/>
          </a:prstGeom>
          <a:solidFill>
            <a:schemeClr val="bg1"/>
          </a:solidFill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>
                <a:solidFill>
                  <a:schemeClr val="tx1"/>
                </a:solidFill>
              </a:rPr>
              <a:t>6</a:t>
            </a:fld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9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Objective–Methodology–Work Plan Mapping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420624" y="987552"/>
            <a:ext cx="658368" cy="56692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48056" y="1097280"/>
            <a:ext cx="603504" cy="3200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78992" y="987552"/>
            <a:ext cx="2148840" cy="56692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106424" y="1097280"/>
            <a:ext cx="2093976" cy="3200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27832" y="987552"/>
            <a:ext cx="3246120" cy="56692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55264" y="1097280"/>
            <a:ext cx="3191256" cy="3200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Major activities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73952" y="987552"/>
            <a:ext cx="2240280" cy="56692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501384" y="1097280"/>
            <a:ext cx="2185416" cy="3200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Deliverable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714232" y="987552"/>
            <a:ext cx="1143000" cy="56692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741664" y="1097280"/>
            <a:ext cx="1088136" cy="3200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Timeline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857232" y="987552"/>
            <a:ext cx="1783080" cy="56692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884664" y="1097280"/>
            <a:ext cx="1728216" cy="3200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Responsibility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0624" y="1554480"/>
            <a:ext cx="658368" cy="896112"/>
          </a:xfrm>
          <a:prstGeom prst="rect">
            <a:avLst/>
          </a:prstGeom>
          <a:solidFill>
            <a:schemeClr val="bg1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75488" y="1673352"/>
            <a:ext cx="548640" cy="71323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O1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78992" y="1554480"/>
            <a:ext cx="2148840" cy="896112"/>
          </a:xfrm>
          <a:prstGeom prst="rect">
            <a:avLst/>
          </a:prstGeom>
          <a:solidFill>
            <a:schemeClr val="bg1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133856" y="1673352"/>
            <a:ext cx="2039112" cy="71323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200" dirty="0"/>
              <a:t>Scan LBIST &amp; OCC Architecture Design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27832" y="1554480"/>
            <a:ext cx="3246120" cy="896112"/>
          </a:xfrm>
          <a:prstGeom prst="rect">
            <a:avLst/>
          </a:prstGeom>
          <a:solidFill>
            <a:schemeClr val="bg1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282696" y="1673352"/>
            <a:ext cx="3136392" cy="71323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200" dirty="0"/>
              <a:t>Define PRPG/MISR polynomial structures, OCC 2-pulse clocking sequence, and CPM shadow register placement strategy.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73952" y="1554480"/>
            <a:ext cx="2240280" cy="896112"/>
          </a:xfrm>
          <a:prstGeom prst="rect">
            <a:avLst/>
          </a:prstGeom>
          <a:solidFill>
            <a:schemeClr val="bg1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528816" y="1673352"/>
            <a:ext cx="2130552" cy="71323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IN" sz="1200" dirty="0"/>
              <a:t>System block diagram &amp; OCC controller state transition plan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714232" y="1554480"/>
            <a:ext cx="1143000" cy="896112"/>
          </a:xfrm>
          <a:prstGeom prst="rect">
            <a:avLst/>
          </a:prstGeom>
          <a:solidFill>
            <a:schemeClr val="bg1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769096" y="1673352"/>
            <a:ext cx="1033272" cy="71323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Oct 2026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857232" y="1554480"/>
            <a:ext cx="1783080" cy="896112"/>
          </a:xfrm>
          <a:prstGeom prst="rect">
            <a:avLst/>
          </a:prstGeom>
          <a:solidFill>
            <a:schemeClr val="bg1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9912096" y="1673352"/>
            <a:ext cx="1673352" cy="71323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Both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20624" y="2450592"/>
            <a:ext cx="658368" cy="896112"/>
          </a:xfrm>
          <a:prstGeom prst="rect">
            <a:avLst/>
          </a:prstGeom>
          <a:solidFill>
            <a:schemeClr val="bg1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75488" y="2569464"/>
            <a:ext cx="548640" cy="71323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O2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078992" y="2450592"/>
            <a:ext cx="2148840" cy="896112"/>
          </a:xfrm>
          <a:prstGeom prst="rect">
            <a:avLst/>
          </a:prstGeom>
          <a:solidFill>
            <a:schemeClr val="bg1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133856" y="2569464"/>
            <a:ext cx="2039112" cy="71323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200" dirty="0"/>
              <a:t>Verilog RTL Development &amp; Fault Injection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227832" y="2450592"/>
            <a:ext cx="3246120" cy="896112"/>
          </a:xfrm>
          <a:prstGeom prst="rect">
            <a:avLst/>
          </a:prstGeom>
          <a:solidFill>
            <a:schemeClr val="bg1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290647" y="2569464"/>
            <a:ext cx="3136392" cy="71323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IN" sz="1200" dirty="0"/>
              <a:t>Write Verilog modules for PRPG, Scan-Mux FFs, OCC controller, 32-bit MISR, and CPM sensors; inject sub-nanosecond gate delay faults.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73952" y="2450592"/>
            <a:ext cx="2240280" cy="896112"/>
          </a:xfrm>
          <a:prstGeom prst="rect">
            <a:avLst/>
          </a:prstGeom>
          <a:solidFill>
            <a:schemeClr val="bg1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528816" y="2569464"/>
            <a:ext cx="2130552" cy="71323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IN" sz="1200" dirty="0"/>
              <a:t>Synthesizable Verilog RTL modules &amp; delay-injected testbenches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714232" y="2450592"/>
            <a:ext cx="1143000" cy="896112"/>
          </a:xfrm>
          <a:prstGeom prst="rect">
            <a:avLst/>
          </a:prstGeom>
          <a:solidFill>
            <a:schemeClr val="bg1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8769096" y="2569464"/>
            <a:ext cx="1033272" cy="71323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Nov 2026 – Jan 2027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9857232" y="2450592"/>
            <a:ext cx="1783080" cy="896112"/>
          </a:xfrm>
          <a:prstGeom prst="rect">
            <a:avLst/>
          </a:prstGeom>
          <a:solidFill>
            <a:schemeClr val="bg1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9912096" y="2569464"/>
            <a:ext cx="1673352" cy="71323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Both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20624" y="3346704"/>
            <a:ext cx="658368" cy="896112"/>
          </a:xfrm>
          <a:prstGeom prst="rect">
            <a:avLst/>
          </a:prstGeom>
          <a:solidFill>
            <a:schemeClr val="bg1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75488" y="3465576"/>
            <a:ext cx="548640" cy="71323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O3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1078992" y="3346704"/>
            <a:ext cx="2148840" cy="896112"/>
          </a:xfrm>
          <a:prstGeom prst="rect">
            <a:avLst/>
          </a:prstGeom>
          <a:solidFill>
            <a:schemeClr val="bg1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1133856" y="3465576"/>
            <a:ext cx="2039112" cy="71323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IN" sz="1200" dirty="0"/>
              <a:t>At-Speed Verification, Diagnosis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3227832" y="3346704"/>
            <a:ext cx="3246120" cy="896112"/>
          </a:xfrm>
          <a:prstGeom prst="rect">
            <a:avLst/>
          </a:prstGeom>
          <a:solidFill>
            <a:schemeClr val="bg1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3282696" y="3465576"/>
            <a:ext cx="3136392" cy="71323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200" dirty="0"/>
              <a:t>Run Vivado timing simulations, execute overlapping path analysis for fault isolation.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473952" y="3346704"/>
            <a:ext cx="2240280" cy="896112"/>
          </a:xfrm>
          <a:prstGeom prst="rect">
            <a:avLst/>
          </a:prstGeom>
          <a:solidFill>
            <a:schemeClr val="bg1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528816" y="3465576"/>
            <a:ext cx="2130552" cy="71323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200" dirty="0"/>
              <a:t>Pass/fail timing waveforms, diagnostic fault-location logic,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8714232" y="3346704"/>
            <a:ext cx="1143000" cy="896112"/>
          </a:xfrm>
          <a:prstGeom prst="rect">
            <a:avLst/>
          </a:prstGeom>
          <a:solidFill>
            <a:schemeClr val="bg1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8769096" y="3465576"/>
            <a:ext cx="1033272" cy="71323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latin typeface="Times New Roman" pitchFamily="34" charset="0"/>
                <a:cs typeface="Times New Roman" pitchFamily="34" charset="-120"/>
              </a:rPr>
              <a:t>Jan 2027 – Mar 2027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9857232" y="3346704"/>
            <a:ext cx="1783080" cy="896112"/>
          </a:xfrm>
          <a:prstGeom prst="rect">
            <a:avLst/>
          </a:prstGeom>
          <a:solidFill>
            <a:schemeClr val="bg1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9912096" y="3465576"/>
            <a:ext cx="1673352" cy="71323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Both</a:t>
            </a:r>
            <a:endParaRPr lang="en-US" sz="1150" dirty="0"/>
          </a:p>
        </p:txBody>
      </p:sp>
      <p:sp>
        <p:nvSpPr>
          <p:cNvPr id="7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>
                <a:solidFill>
                  <a:schemeClr val="tx1"/>
                </a:solidFill>
              </a:rPr>
              <a:t>7</a:t>
            </a:fld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10972800" cy="43891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9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Methodology / System Architecture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920240" cy="25603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BIST path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389888"/>
            <a:ext cx="196596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13232" y="1426464"/>
            <a:ext cx="1819656" cy="64617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IN" sz="1200" b="1" dirty="0">
                <a:latin typeface="+mj-lt"/>
              </a:rPr>
              <a:t>PRPG </a:t>
            </a:r>
          </a:p>
          <a:p>
            <a:pPr algn="ctr"/>
            <a:r>
              <a:rPr lang="en-IN" sz="1200" b="1" dirty="0">
                <a:latin typeface="+mj-lt"/>
              </a:rPr>
              <a:t>(Pseudo Random Pattern Generator)</a:t>
            </a:r>
            <a:endParaRPr lang="en-US" sz="1200" b="1" dirty="0">
              <a:latin typeface="+mj-lt"/>
            </a:endParaRPr>
          </a:p>
        </p:txBody>
      </p:sp>
      <p:sp>
        <p:nvSpPr>
          <p:cNvPr id="6" name="Text 4"/>
          <p:cNvSpPr/>
          <p:nvPr/>
        </p:nvSpPr>
        <p:spPr>
          <a:xfrm>
            <a:off x="676656" y="2072640"/>
            <a:ext cx="1746504" cy="40233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Generate test transitions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92908" y="1810512"/>
            <a:ext cx="292608" cy="201168"/>
          </a:xfrm>
          <a:prstGeom prst="chevron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063240" y="1389888"/>
            <a:ext cx="2029968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136392" y="1581912"/>
            <a:ext cx="1956816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IN" sz="1200" b="1" dirty="0"/>
              <a:t>OCC &amp; Target Logic</a:t>
            </a:r>
            <a:endParaRPr lang="en-US" sz="1400" b="1" dirty="0"/>
          </a:p>
        </p:txBody>
      </p:sp>
      <p:sp>
        <p:nvSpPr>
          <p:cNvPr id="10" name="Text 8"/>
          <p:cNvSpPr/>
          <p:nvPr/>
        </p:nvSpPr>
        <p:spPr>
          <a:xfrm>
            <a:off x="3124662" y="1954911"/>
            <a:ext cx="1883664" cy="40233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IN" sz="1050" dirty="0"/>
              <a:t>On-Chip Clocking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234941" y="1810512"/>
            <a:ext cx="292608" cy="201168"/>
          </a:xfrm>
          <a:prstGeom prst="chevron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611830" y="1389888"/>
            <a:ext cx="1990413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669084" y="1554480"/>
            <a:ext cx="1819656" cy="457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latin typeface="Times New Roman" pitchFamily="34" charset="0"/>
                <a:cs typeface="Times New Roman" pitchFamily="34" charset="-120"/>
              </a:rPr>
              <a:t>MISR</a:t>
            </a:r>
          </a:p>
          <a:p>
            <a:pPr algn="ctr"/>
            <a:r>
              <a:rPr lang="en-IN" sz="1600" b="1" dirty="0"/>
              <a:t>(Multiple-Input Signature Register)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747204" y="2039112"/>
            <a:ext cx="1746504" cy="40233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/>
              <a:t>Compresses outputs into 32-bit hash value.</a:t>
            </a:r>
          </a:p>
        </p:txBody>
      </p:sp>
      <p:sp>
        <p:nvSpPr>
          <p:cNvPr id="15" name="Shape 13"/>
          <p:cNvSpPr/>
          <p:nvPr/>
        </p:nvSpPr>
        <p:spPr>
          <a:xfrm>
            <a:off x="7696069" y="1810512"/>
            <a:ext cx="292608" cy="201168"/>
          </a:xfrm>
          <a:prstGeom prst="chevron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052685" y="1389888"/>
            <a:ext cx="1819656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121064" y="1581912"/>
            <a:ext cx="1705159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Pass / Fail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06756" y="1901952"/>
            <a:ext cx="1746504" cy="40233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/>
              <a:t>Compares the hash against pre-calculated values.</a:t>
            </a:r>
          </a:p>
        </p:txBody>
      </p:sp>
      <p:sp>
        <p:nvSpPr>
          <p:cNvPr id="20" name="Shape 18"/>
          <p:cNvSpPr/>
          <p:nvPr/>
        </p:nvSpPr>
        <p:spPr>
          <a:xfrm>
            <a:off x="10287000" y="1389888"/>
            <a:ext cx="123444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0360152" y="1581912"/>
            <a:ext cx="1088136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Diagnosis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396728" y="1901952"/>
            <a:ext cx="1014984" cy="40233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Locate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8368" y="2971800"/>
            <a:ext cx="2011680" cy="25603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Fault diagnosis idea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58368" y="3383280"/>
            <a:ext cx="10835640" cy="1353312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914400" y="3621024"/>
            <a:ext cx="2148840" cy="749808"/>
          </a:xfrm>
          <a:prstGeom prst="roundRect">
            <a:avLst>
              <a:gd name="adj" fmla="val 9756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969264" y="3730752"/>
            <a:ext cx="658368" cy="1828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Path 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411796" y="3737991"/>
            <a:ext cx="1078992" cy="1828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+ B + C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536427" y="3721608"/>
            <a:ext cx="468411" cy="1828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FAIL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57956" y="3621024"/>
            <a:ext cx="2101596" cy="749808"/>
          </a:xfrm>
          <a:prstGeom prst="roundRect">
            <a:avLst>
              <a:gd name="adj" fmla="val 9756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521502" y="3749040"/>
            <a:ext cx="658368" cy="1828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Path 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897302" y="3730752"/>
            <a:ext cx="1078992" cy="1828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 + B + 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82240" y="3737229"/>
            <a:ext cx="685800" cy="1828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FAIL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069664" y="3621024"/>
            <a:ext cx="2181010" cy="749808"/>
          </a:xfrm>
          <a:prstGeom prst="roundRect">
            <a:avLst>
              <a:gd name="adj" fmla="val 9756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139419" y="3730752"/>
            <a:ext cx="658368" cy="1828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Path 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84059" y="3730752"/>
            <a:ext cx="891729" cy="182881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+ Z + C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526971" y="3737991"/>
            <a:ext cx="425828" cy="1828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PASS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97889" y="4828032"/>
            <a:ext cx="10104120" cy="237744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Shared element B and Y survives both failures while the comparison path passes → narrow the fault to B.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676656" y="6144768"/>
            <a:ext cx="10789920" cy="1828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Tools planned: Vivado / ModelSim for Verilog simulation; Python + Streamlit/FastAPI for result display.</a:t>
            </a:r>
            <a:endParaRPr lang="en-US" sz="1000" dirty="0"/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73952"/>
            <a:ext cx="800000" cy="300000"/>
          </a:xfrm>
          <a:prstGeom prst="rect">
            <a:avLst/>
          </a:prstGeom>
          <a:solidFill>
            <a:schemeClr val="bg1"/>
          </a:solidFill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59" name="Shape 9">
            <a:extLst>
              <a:ext uri="{FF2B5EF4-FFF2-40B4-BE49-F238E27FC236}">
                <a16:creationId xmlns:a16="http://schemas.microsoft.com/office/drawing/2014/main" id="{6C8DBB8D-702E-A4F5-E9CA-EB8FDF0CC91D}"/>
              </a:ext>
            </a:extLst>
          </p:cNvPr>
          <p:cNvSpPr/>
          <p:nvPr/>
        </p:nvSpPr>
        <p:spPr>
          <a:xfrm>
            <a:off x="9934394" y="1810512"/>
            <a:ext cx="292608" cy="201168"/>
          </a:xfrm>
          <a:prstGeom prst="chevron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31">
            <a:extLst>
              <a:ext uri="{FF2B5EF4-FFF2-40B4-BE49-F238E27FC236}">
                <a16:creationId xmlns:a16="http://schemas.microsoft.com/office/drawing/2014/main" id="{155CED16-F9F7-D085-2FA3-42B392990337}"/>
              </a:ext>
            </a:extLst>
          </p:cNvPr>
          <p:cNvSpPr/>
          <p:nvPr/>
        </p:nvSpPr>
        <p:spPr>
          <a:xfrm>
            <a:off x="8781836" y="3613023"/>
            <a:ext cx="2181010" cy="749808"/>
          </a:xfrm>
          <a:prstGeom prst="roundRect">
            <a:avLst>
              <a:gd name="adj" fmla="val 9756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32">
            <a:extLst>
              <a:ext uri="{FF2B5EF4-FFF2-40B4-BE49-F238E27FC236}">
                <a16:creationId xmlns:a16="http://schemas.microsoft.com/office/drawing/2014/main" id="{47A7A6B2-9C29-8D05-0351-81AC618E6953}"/>
              </a:ext>
            </a:extLst>
          </p:cNvPr>
          <p:cNvSpPr/>
          <p:nvPr/>
        </p:nvSpPr>
        <p:spPr>
          <a:xfrm>
            <a:off x="8884789" y="3730752"/>
            <a:ext cx="658368" cy="1828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Path 3</a:t>
            </a:r>
            <a:endParaRPr lang="en-US" sz="1100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3B78F76E-25BF-C4AE-52F8-223A073B8638}"/>
              </a:ext>
            </a:extLst>
          </p:cNvPr>
          <p:cNvSpPr/>
          <p:nvPr/>
        </p:nvSpPr>
        <p:spPr>
          <a:xfrm>
            <a:off x="9407395" y="3730752"/>
            <a:ext cx="891729" cy="182881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+ C + Y</a:t>
            </a:r>
            <a:endParaRPr lang="en-US" sz="1100" dirty="0"/>
          </a:p>
        </p:txBody>
      </p:sp>
      <p:sp>
        <p:nvSpPr>
          <p:cNvPr id="58" name="Text 34">
            <a:extLst>
              <a:ext uri="{FF2B5EF4-FFF2-40B4-BE49-F238E27FC236}">
                <a16:creationId xmlns:a16="http://schemas.microsoft.com/office/drawing/2014/main" id="{1CEAAF24-4E5D-3D8C-6D80-1A7F3A2CCB40}"/>
              </a:ext>
            </a:extLst>
          </p:cNvPr>
          <p:cNvSpPr/>
          <p:nvPr/>
        </p:nvSpPr>
        <p:spPr>
          <a:xfrm>
            <a:off x="10376404" y="3737991"/>
            <a:ext cx="425828" cy="1828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PASS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10972800" cy="43891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9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 Completed Till Date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94944" y="932688"/>
            <a:ext cx="10881360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foundation established before implementation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5010912" cy="1298448"/>
          </a:xfrm>
          <a:prstGeom prst="roundRect">
            <a:avLst>
              <a:gd name="adj" fmla="val 5634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59536" y="1682496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59536" y="1764792"/>
            <a:ext cx="384048" cy="146304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08176" y="1645920"/>
            <a:ext cx="3886200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FPGA + BIST structure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08176" y="1984248"/>
            <a:ext cx="3950208" cy="58521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Understood TPG, BUT and ORA roles and how BIST can be arranged through different FPGA configurations.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44768" y="1481328"/>
            <a:ext cx="5010912" cy="1298448"/>
          </a:xfrm>
          <a:prstGeom prst="roundRect">
            <a:avLst>
              <a:gd name="adj" fmla="val 5634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345936" y="1682496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345936" y="1764792"/>
            <a:ext cx="384048" cy="146304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94576" y="1645920"/>
            <a:ext cx="3886200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LUT delay testing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94576" y="1984248"/>
            <a:ext cx="3950208" cy="58521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Studied how local-wire and long-wire effects can be separated while testing LUT paths</a:t>
            </a:r>
            <a:r>
              <a:rPr lang="en-US" sz="122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658368" y="3108960"/>
            <a:ext cx="5010912" cy="1298448"/>
          </a:xfrm>
          <a:prstGeom prst="roundRect">
            <a:avLst>
              <a:gd name="adj" fmla="val 5634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59536" y="331012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59536" y="3392424"/>
            <a:ext cx="384048" cy="146304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08176" y="3273552"/>
            <a:ext cx="3886200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CLB component testing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08176" y="3611880"/>
            <a:ext cx="3950208" cy="58521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Covered MUX, arithmetic logic, DFF, multiplier and DSP test configurations.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44768" y="3108960"/>
            <a:ext cx="5010912" cy="1298448"/>
          </a:xfrm>
          <a:prstGeom prst="roundRect">
            <a:avLst>
              <a:gd name="adj" fmla="val 5634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345936" y="331012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345936" y="3392424"/>
            <a:ext cx="384048" cy="146304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94576" y="3273552"/>
            <a:ext cx="3886200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ORA timing analysis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94576" y="3611880"/>
            <a:ext cx="3950208" cy="58521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Studied output comparison, transient mismatch detection and pass/fail latching concepts.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" y="4892040"/>
            <a:ext cx="2926080" cy="25603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Milestones completed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76656" y="5385816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12064" y="5715000"/>
            <a:ext cx="603504" cy="16459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Aug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84048" y="5925312"/>
            <a:ext cx="1152144" cy="329184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 + literature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2551176" y="5385816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2386584" y="5715000"/>
            <a:ext cx="603504" cy="16459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 Aug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150827" y="5916963"/>
            <a:ext cx="1152144" cy="329184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Paper + FPGA architecture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4425696" y="5385816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261104" y="5715000"/>
            <a:ext cx="603504" cy="16459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 Aug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037676" y="5925312"/>
            <a:ext cx="1152144" cy="329184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LUT testing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6300216" y="5385816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135624" y="5715000"/>
            <a:ext cx="603504" cy="16459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31 Aug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007608" y="5925312"/>
            <a:ext cx="1152144" cy="329184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MUX + arithmetic logic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8174736" y="5385816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8010144" y="5715000"/>
            <a:ext cx="603504" cy="16459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 Sep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882128" y="5925312"/>
            <a:ext cx="1152144" cy="329184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DFF + multiplier + DSP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10049256" y="5385816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9884664" y="5715000"/>
            <a:ext cx="603504" cy="16459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 Sep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9756648" y="5925312"/>
            <a:ext cx="1152144" cy="329184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BIST implementation study</a:t>
            </a:r>
            <a:endParaRPr lang="en-US" sz="880" dirty="0"/>
          </a:p>
        </p:txBody>
      </p:sp>
      <p:sp>
        <p:nvSpPr>
          <p:cNvPr id="43" name="Text 41"/>
          <p:cNvSpPr/>
          <p:nvPr/>
        </p:nvSpPr>
        <p:spPr>
          <a:xfrm>
            <a:off x="749808" y="6336792"/>
            <a:ext cx="10698480" cy="15544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Evidence source: weekly reports and milestone record, with work completed through 14 Sep 2026.</a:t>
            </a:r>
            <a:endParaRPr lang="en-US" sz="85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73952"/>
            <a:ext cx="331143" cy="300000"/>
          </a:xfrm>
          <a:prstGeom prst="rect">
            <a:avLst/>
          </a:prstGeom>
          <a:solidFill>
            <a:schemeClr val="bg1"/>
          </a:solidFill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>
                <a:solidFill>
                  <a:schemeClr val="tx1"/>
                </a:solidFill>
              </a:rPr>
              <a:t>9</a:t>
            </a:fld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10972800" cy="43891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9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Weekly Progress &amp; Individual Contribution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987552"/>
            <a:ext cx="11064240" cy="749808"/>
          </a:xfrm>
          <a:prstGeom prst="roundRect">
            <a:avLst>
              <a:gd name="adj" fmla="val 9756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49808" y="1197864"/>
            <a:ext cx="548640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6350">
            <a:solidFill>
              <a:srgbClr val="EAF2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49808" y="1207008"/>
            <a:ext cx="548640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81328" y="1106424"/>
            <a:ext cx="2926080" cy="47548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 finalized + literature review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35424" y="1106424"/>
            <a:ext cx="5138928" cy="47548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9912096" y="1216152"/>
            <a:ext cx="1389888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Milestone record: completed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837944"/>
            <a:ext cx="11064240" cy="749808"/>
          </a:xfrm>
          <a:prstGeom prst="roundRect">
            <a:avLst>
              <a:gd name="adj" fmla="val 9756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49808" y="2048256"/>
            <a:ext cx="548640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6350">
            <a:solidFill>
              <a:srgbClr val="EAF2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49808" y="2057400"/>
            <a:ext cx="548640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81328" y="1956816"/>
            <a:ext cx="2926080" cy="47548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TPG/ORA design; FPGA architecture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35424" y="1956816"/>
            <a:ext cx="5138928" cy="47548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Prince: delay-test motivation | Pradum: FPGA architecture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9912096" y="2066544"/>
            <a:ext cx="1389888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Weekly Report 2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2688336"/>
            <a:ext cx="11064240" cy="749808"/>
          </a:xfrm>
          <a:prstGeom prst="roundRect">
            <a:avLst>
              <a:gd name="adj" fmla="val 9756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49808" y="2898648"/>
            <a:ext cx="548640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6350">
            <a:solidFill>
              <a:srgbClr val="EAF2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49808" y="2907792"/>
            <a:ext cx="548640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81328" y="2807208"/>
            <a:ext cx="2926080" cy="47548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LUT diagnosis method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35424" y="2807208"/>
            <a:ext cx="5138928" cy="47548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Prince: placement drive | Pradum: LUT error method</a:t>
            </a:r>
            <a:endParaRPr lang="en-US" sz="1140" dirty="0"/>
          </a:p>
        </p:txBody>
      </p:sp>
      <p:sp>
        <p:nvSpPr>
          <p:cNvPr id="20" name="Text 18"/>
          <p:cNvSpPr/>
          <p:nvPr/>
        </p:nvSpPr>
        <p:spPr>
          <a:xfrm>
            <a:off x="9912096" y="2916936"/>
            <a:ext cx="1389888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Weekly Report 3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3538728"/>
            <a:ext cx="11064240" cy="749808"/>
          </a:xfrm>
          <a:prstGeom prst="roundRect">
            <a:avLst>
              <a:gd name="adj" fmla="val 9756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49808" y="3749040"/>
            <a:ext cx="548640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6350">
            <a:solidFill>
              <a:srgbClr val="EAF2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49808" y="3758184"/>
            <a:ext cx="548640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81328" y="3657600"/>
            <a:ext cx="2926080" cy="47548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MUX + arithmetic logic configurations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35424" y="3657600"/>
            <a:ext cx="5138928" cy="47548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Prince: BIST techniques | Pradum: MUX + arithmetic logic</a:t>
            </a:r>
            <a:endParaRPr lang="en-US" sz="1140" dirty="0"/>
          </a:p>
        </p:txBody>
      </p:sp>
      <p:sp>
        <p:nvSpPr>
          <p:cNvPr id="26" name="Text 24"/>
          <p:cNvSpPr/>
          <p:nvPr/>
        </p:nvSpPr>
        <p:spPr>
          <a:xfrm>
            <a:off x="9912096" y="3767328"/>
            <a:ext cx="1389888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Weekly Report 4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389120"/>
            <a:ext cx="11064240" cy="749808"/>
          </a:xfrm>
          <a:prstGeom prst="roundRect">
            <a:avLst>
              <a:gd name="adj" fmla="val 9756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749808" y="4599432"/>
            <a:ext cx="548640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6350">
            <a:solidFill>
              <a:srgbClr val="EAF2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49808" y="4608576"/>
            <a:ext cx="548640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481328" y="4507992"/>
            <a:ext cx="2926080" cy="47548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DFF + multiplier + DSP configurations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35424" y="4507992"/>
            <a:ext cx="5138928" cy="47548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Prince: DFF | Pradum: multiplier + DSP</a:t>
            </a:r>
            <a:endParaRPr lang="en-US" sz="1140" dirty="0"/>
          </a:p>
        </p:txBody>
      </p:sp>
      <p:sp>
        <p:nvSpPr>
          <p:cNvPr id="32" name="Text 30"/>
          <p:cNvSpPr/>
          <p:nvPr/>
        </p:nvSpPr>
        <p:spPr>
          <a:xfrm>
            <a:off x="9912096" y="4617720"/>
            <a:ext cx="1389888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Weekly Report 5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8640" y="5239512"/>
            <a:ext cx="11064240" cy="749808"/>
          </a:xfrm>
          <a:prstGeom prst="roundRect">
            <a:avLst>
              <a:gd name="adj" fmla="val 9756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749808" y="5449824"/>
            <a:ext cx="548640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6350">
            <a:solidFill>
              <a:srgbClr val="EAF2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749808" y="5458968"/>
            <a:ext cx="548640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481328" y="5358384"/>
            <a:ext cx="2926080" cy="47548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BIST implementation concepts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535424" y="5358384"/>
            <a:ext cx="5138928" cy="47548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Prince: ORA configuration | Pradum: configuration-based BIST</a:t>
            </a:r>
            <a:endParaRPr lang="en-US" sz="1140" dirty="0"/>
          </a:p>
        </p:txBody>
      </p:sp>
      <p:sp>
        <p:nvSpPr>
          <p:cNvPr id="38" name="Text 36"/>
          <p:cNvSpPr/>
          <p:nvPr/>
        </p:nvSpPr>
        <p:spPr>
          <a:xfrm>
            <a:off x="9912096" y="5468112"/>
            <a:ext cx="1389888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Weekly Report 6</a:t>
            </a:r>
            <a:endParaRPr lang="en-US" sz="95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73952"/>
            <a:ext cx="314815" cy="300000"/>
          </a:xfrm>
          <a:prstGeom prst="rect">
            <a:avLst/>
          </a:prstGeom>
          <a:solidFill>
            <a:schemeClr val="bg1"/>
          </a:solidFill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10972800" cy="43891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9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 Milestones up to Assessment-II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881360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implementation schedule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578816" y="1948069"/>
            <a:ext cx="2057400" cy="1901952"/>
          </a:xfrm>
          <a:prstGeom prst="roundRect">
            <a:avLst>
              <a:gd name="adj" fmla="val 3846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8" name="Text 6"/>
          <p:cNvSpPr/>
          <p:nvPr/>
        </p:nvSpPr>
        <p:spPr>
          <a:xfrm>
            <a:off x="3721200" y="2112661"/>
            <a:ext cx="1801368" cy="38404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latin typeface="+mj-lt"/>
                <a:ea typeface="Times New Roman" pitchFamily="34" charset="-122"/>
                <a:cs typeface="Times New Roman" pitchFamily="34" charset="-120"/>
              </a:rPr>
              <a:t>Gap + design freeze</a:t>
            </a:r>
          </a:p>
          <a:p>
            <a:pPr marL="0" indent="0" algn="ctr">
              <a:buNone/>
            </a:pPr>
            <a:r>
              <a:rPr lang="en-US" sz="1300" b="1" dirty="0">
                <a:latin typeface="+mj-lt"/>
                <a:cs typeface="Times New Roman" pitchFamily="34" charset="-120"/>
              </a:rPr>
              <a:t>(Oct 2026)</a:t>
            </a:r>
            <a:endParaRPr lang="en-US" sz="1300" dirty="0">
              <a:latin typeface="+mj-lt"/>
            </a:endParaRPr>
          </a:p>
        </p:txBody>
      </p:sp>
      <p:sp>
        <p:nvSpPr>
          <p:cNvPr id="9" name="Text 7"/>
          <p:cNvSpPr/>
          <p:nvPr/>
        </p:nvSpPr>
        <p:spPr>
          <a:xfrm>
            <a:off x="3785208" y="2606437"/>
            <a:ext cx="1719072" cy="969264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100" dirty="0">
                <a:latin typeface="+mj-lt"/>
                <a:ea typeface="Times New Roman" pitchFamily="34" charset="-122"/>
                <a:cs typeface="Times New Roman" pitchFamily="34" charset="-120"/>
              </a:rPr>
              <a:t>• </a:t>
            </a:r>
            <a:r>
              <a:rPr lang="en-US" sz="1100" dirty="0">
                <a:latin typeface="+mj-lt"/>
              </a:rPr>
              <a:t>Specify PRPG polynomials, 32-bit MISR seed, and Scan-Mux structures.</a:t>
            </a:r>
          </a:p>
          <a:p>
            <a:r>
              <a:rPr lang="en-US" sz="1100" dirty="0">
                <a:latin typeface="+mj-lt"/>
                <a:ea typeface="Times New Roman" pitchFamily="34" charset="-122"/>
                <a:cs typeface="Times New Roman" pitchFamily="34" charset="-120"/>
              </a:rPr>
              <a:t>• </a:t>
            </a:r>
            <a:r>
              <a:rPr lang="en-US" sz="1100" dirty="0">
                <a:latin typeface="+mj-lt"/>
              </a:rPr>
              <a:t>Finalize OCC 2-pulse clock controller state machine </a:t>
            </a:r>
          </a:p>
        </p:txBody>
      </p:sp>
      <p:sp>
        <p:nvSpPr>
          <p:cNvPr id="12" name="Shape 10"/>
          <p:cNvSpPr/>
          <p:nvPr/>
        </p:nvSpPr>
        <p:spPr>
          <a:xfrm>
            <a:off x="5998056" y="1948069"/>
            <a:ext cx="2057400" cy="1901952"/>
          </a:xfrm>
          <a:prstGeom prst="roundRect">
            <a:avLst>
              <a:gd name="adj" fmla="val 3846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77860" y="2112661"/>
            <a:ext cx="1883425" cy="49377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IN" sz="1300" b="1" dirty="0">
                <a:latin typeface="+mj-lt"/>
              </a:rPr>
              <a:t>RTL Module Development</a:t>
            </a:r>
          </a:p>
          <a:p>
            <a:pPr algn="ctr"/>
            <a:r>
              <a:rPr lang="en-IN" sz="1300" b="1" dirty="0">
                <a:latin typeface="+mj-lt"/>
              </a:rPr>
              <a:t>(Nov 2026)</a:t>
            </a:r>
            <a:endParaRPr lang="en-US" sz="1300" b="1" dirty="0">
              <a:latin typeface="+mj-lt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141153" y="2688733"/>
            <a:ext cx="1771205" cy="969264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100" dirty="0">
                <a:latin typeface="+mj-lt"/>
                <a:ea typeface="Times New Roman" pitchFamily="34" charset="-122"/>
                <a:cs typeface="Times New Roman" pitchFamily="34" charset="-120"/>
              </a:rPr>
              <a:t>• </a:t>
            </a:r>
            <a:r>
              <a:rPr lang="en-IN" sz="1100" dirty="0">
                <a:latin typeface="+mj-lt"/>
              </a:rPr>
              <a:t>Code Verilog RTL for PRPG, Scan Chains, OCC Controller.</a:t>
            </a:r>
            <a:endParaRPr lang="en-US" sz="1100" dirty="0">
              <a:latin typeface="+mj-lt"/>
            </a:endParaRPr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10972800" cy="43891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9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841248" y="1207008"/>
            <a:ext cx="10469880" cy="10058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>
              <a:defRPr sz="1600">
                <a:solidFill>
                  <a:srgbClr val="222222"/>
                </a:solidFill>
              </a:defRPr>
            </a:pPr>
            <a:r>
              <a:rPr dirty="0"/>
              <a:t>[1] A. Das et al., “Built-in-self-test technique for diagnosis of delay faults in cluster-based FPGAs,” IET Computers &amp; Digital Techniques, 2013.</a:t>
            </a:r>
          </a:p>
        </p:txBody>
      </p:sp>
      <p:sp>
        <p:nvSpPr>
          <p:cNvPr id="9" name="Text 7"/>
          <p:cNvSpPr/>
          <p:nvPr/>
        </p:nvSpPr>
        <p:spPr>
          <a:xfrm>
            <a:off x="2560320" y="4508391"/>
            <a:ext cx="6655241" cy="166937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1393</Words>
  <Application>Microsoft Office PowerPoint</Application>
  <PresentationFormat>Widescreen</PresentationFormat>
  <Paragraphs>221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National Institute of Technology Nagaland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Built-in Self-Test Technique for Diagnosis of Delay Faults in Cluster-Based FPGAs</dc:title>
  <dc:subject>B.Tech Project Assessment-I</dc:subject>
  <dc:creator>Prince Raj &amp; Pradum Kumar Gupta</dc:creator>
  <cp:lastModifiedBy>Pradum Gupta</cp:lastModifiedBy>
  <cp:revision>2</cp:revision>
  <dcterms:created xsi:type="dcterms:W3CDTF">2026-09-15T16:20:18Z</dcterms:created>
  <dcterms:modified xsi:type="dcterms:W3CDTF">2026-09-16T08:22:39Z</dcterms:modified>
</cp:coreProperties>
</file>